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notesMasters/notesMaster1.xml" ContentType="application/vnd.openxmlformats-officedocument.presentationml.notesMaster+xml"/>
  <Override PartName="/ppt/notesMasters/_rels/notes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4.xml" ContentType="application/vnd.openxmlformats-officedocument.presentationml.notesSlide+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4.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_rels/slideLayout9.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_rels/presentation.xml.rels" ContentType="application/vnd.openxmlformats-package.relationships+xml"/>
  <Override PartName="/ppt/slides/slide9.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_rels/slide9.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media/image9.png" ContentType="image/png"/>
  <Override PartName="/ppt/media/image28.jpeg" ContentType="image/jpeg"/>
  <Override PartName="/ppt/media/image1.png" ContentType="image/png"/>
  <Override PartName="/ppt/media/image2.jpeg" ContentType="image/jpeg"/>
  <Override PartName="/ppt/media/image3.png" ContentType="image/png"/>
  <Override PartName="/ppt/media/image4.jpeg" ContentType="image/jpeg"/>
  <Override PartName="/ppt/media/image5.png" ContentType="image/png"/>
  <Override PartName="/ppt/media/image21.png" ContentType="image/png"/>
  <Override PartName="/ppt/media/image6.jpeg" ContentType="image/jpeg"/>
  <Override PartName="/ppt/media/image7.png" ContentType="image/png"/>
  <Override PartName="/ppt/media/image8.jpeg" ContentType="image/jpeg"/>
  <Override PartName="/ppt/media/image10.jpeg" ContentType="image/jpeg"/>
  <Override PartName="/ppt/media/image11.png" ContentType="image/png"/>
  <Override PartName="/ppt/media/image18.jpeg" ContentType="image/jpeg"/>
  <Override PartName="/ppt/media/image12.png" ContentType="image/png"/>
  <Override PartName="/ppt/media/image13.png" ContentType="image/png"/>
  <Override PartName="/ppt/media/image14.png" ContentType="image/png"/>
  <Override PartName="/ppt/media/image15.jpeg" ContentType="image/jpeg"/>
  <Override PartName="/ppt/media/image16.png" ContentType="image/png"/>
  <Override PartName="/ppt/media/image17.png" ContentType="image/png"/>
  <Override PartName="/ppt/media/image19.png" ContentType="image/png"/>
  <Override PartName="/ppt/media/image20.jpeg" ContentType="image/jpeg"/>
  <Override PartName="/ppt/media/image22.png" ContentType="image/png"/>
  <Override PartName="/ppt/media/image23.png" ContentType="image/png"/>
  <Override PartName="/ppt/media/image24.png" ContentType="image/png"/>
  <Override PartName="/ppt/media/image25.png" ContentType="image/png"/>
  <Override PartName="/ppt/media/image26.jpeg" ContentType="image/jpeg"/>
  <Override PartName="/ppt/media/image27.png" ContentType="image/png"/>
  <Override PartName="/ppt/media/image29.png" ContentType="image/png"/>
  <Override PartName="/ppt/media/image30.png" ContentType="image/png"/>
  <Override PartName="/ppt/media/image31.png" ContentType="image/png"/>
  <Override PartName="/ppt/media/image32.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12192000" cy="6858000"/>
  <p:notesSz cx="6858000" cy="91440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sldImg"/>
          </p:nvPr>
        </p:nvSpPr>
        <p:spPr>
          <a:xfrm>
            <a:off x="533520" y="764280"/>
            <a:ext cx="6704640" cy="3771360"/>
          </a:xfrm>
          <a:prstGeom prst="rect">
            <a:avLst/>
          </a:prstGeom>
        </p:spPr>
        <p:txBody>
          <a:bodyPr lIns="0" rIns="0" tIns="0" bIns="0" anchor="ctr">
            <a:noAutofit/>
          </a:bodyPr>
          <a:p>
            <a:r>
              <a:rPr b="0" lang="en-US" sz="1800" spc="-1" strike="noStrike">
                <a:solidFill>
                  <a:srgbClr val="000000"/>
                </a:solidFill>
                <a:latin typeface="Arial"/>
              </a:rPr>
              <a:t>Click to move the slide</a:t>
            </a:r>
            <a:endParaRPr b="0" lang="en-US" sz="1800" spc="-1" strike="noStrike">
              <a:solidFill>
                <a:srgbClr val="000000"/>
              </a:solidFill>
              <a:latin typeface="Arial"/>
            </a:endParaRPr>
          </a:p>
        </p:txBody>
      </p:sp>
      <p:sp>
        <p:nvSpPr>
          <p:cNvPr id="77" name="PlaceHolder 2"/>
          <p:cNvSpPr>
            <a:spLocks noGrp="1"/>
          </p:cNvSpPr>
          <p:nvPr>
            <p:ph type="body"/>
          </p:nvPr>
        </p:nvSpPr>
        <p:spPr>
          <a:xfrm>
            <a:off x="777240" y="4777560"/>
            <a:ext cx="6217560" cy="4525920"/>
          </a:xfrm>
          <a:prstGeom prst="rect">
            <a:avLst/>
          </a:prstGeom>
        </p:spPr>
        <p:txBody>
          <a:bodyPr lIns="0" rIns="0" tIns="0" bIns="0">
            <a:noAutofit/>
          </a:bodyPr>
          <a:p>
            <a:r>
              <a:rPr b="0" lang="en-US" sz="2000" spc="-1" strike="noStrike">
                <a:latin typeface="Arial"/>
              </a:rPr>
              <a:t>Click to edit the notes format</a:t>
            </a:r>
            <a:endParaRPr b="0" lang="en-US" sz="2000" spc="-1" strike="noStrike">
              <a:latin typeface="Arial"/>
            </a:endParaRPr>
          </a:p>
        </p:txBody>
      </p:sp>
      <p:sp>
        <p:nvSpPr>
          <p:cNvPr id="78" name="PlaceHolder 3"/>
          <p:cNvSpPr>
            <a:spLocks noGrp="1"/>
          </p:cNvSpPr>
          <p:nvPr>
            <p:ph type="hdr"/>
          </p:nvPr>
        </p:nvSpPr>
        <p:spPr>
          <a:xfrm>
            <a:off x="0" y="0"/>
            <a:ext cx="3372840" cy="502560"/>
          </a:xfrm>
          <a:prstGeom prst="rect">
            <a:avLst/>
          </a:prstGeom>
        </p:spPr>
        <p:txBody>
          <a:bodyPr lIns="0" rIns="0" tIns="0" bIns="0">
            <a:noAutofit/>
          </a:bodyPr>
          <a:p>
            <a:r>
              <a:rPr b="0" lang="en-US" sz="1400" spc="-1" strike="noStrike">
                <a:latin typeface="Times New Roman"/>
              </a:rPr>
              <a:t>&lt;header&gt;</a:t>
            </a:r>
            <a:endParaRPr b="0" lang="en-US" sz="1400" spc="-1" strike="noStrike">
              <a:latin typeface="Times New Roman"/>
            </a:endParaRPr>
          </a:p>
        </p:txBody>
      </p:sp>
      <p:sp>
        <p:nvSpPr>
          <p:cNvPr id="79" name="PlaceHolder 4"/>
          <p:cNvSpPr>
            <a:spLocks noGrp="1"/>
          </p:cNvSpPr>
          <p:nvPr>
            <p:ph type="dt"/>
          </p:nvPr>
        </p:nvSpPr>
        <p:spPr>
          <a:xfrm>
            <a:off x="4399200" y="0"/>
            <a:ext cx="3372840" cy="502560"/>
          </a:xfrm>
          <a:prstGeom prst="rect">
            <a:avLst/>
          </a:prstGeom>
        </p:spPr>
        <p:txBody>
          <a:bodyPr lIns="0" rIns="0" tIns="0" bIns="0">
            <a:noAutofit/>
          </a:bodyPr>
          <a:p>
            <a:pPr algn="r"/>
            <a:r>
              <a:rPr b="0" lang="en-US" sz="1400" spc="-1" strike="noStrike">
                <a:latin typeface="Times New Roman"/>
              </a:rPr>
              <a:t>&lt;date/time&gt;</a:t>
            </a:r>
            <a:endParaRPr b="0" lang="en-US" sz="1400" spc="-1" strike="noStrike">
              <a:latin typeface="Times New Roman"/>
            </a:endParaRPr>
          </a:p>
        </p:txBody>
      </p:sp>
      <p:sp>
        <p:nvSpPr>
          <p:cNvPr id="80" name="PlaceHolder 5"/>
          <p:cNvSpPr>
            <a:spLocks noGrp="1"/>
          </p:cNvSpPr>
          <p:nvPr>
            <p:ph type="ftr"/>
          </p:nvPr>
        </p:nvSpPr>
        <p:spPr>
          <a:xfrm>
            <a:off x="0" y="9555480"/>
            <a:ext cx="3372840" cy="502560"/>
          </a:xfrm>
          <a:prstGeom prst="rect">
            <a:avLst/>
          </a:prstGeom>
        </p:spPr>
        <p:txBody>
          <a:bodyPr lIns="0" rIns="0" tIns="0" bIns="0" anchor="b">
            <a:noAutofit/>
          </a:bodyPr>
          <a:p>
            <a:r>
              <a:rPr b="0" lang="en-US" sz="1400" spc="-1" strike="noStrike">
                <a:latin typeface="Times New Roman"/>
              </a:rPr>
              <a:t>&lt;footer&gt;</a:t>
            </a:r>
            <a:endParaRPr b="0" lang="en-US" sz="1400" spc="-1" strike="noStrike">
              <a:latin typeface="Times New Roman"/>
            </a:endParaRPr>
          </a:p>
        </p:txBody>
      </p:sp>
      <p:sp>
        <p:nvSpPr>
          <p:cNvPr id="81" name="PlaceHolder 6"/>
          <p:cNvSpPr>
            <a:spLocks noGrp="1"/>
          </p:cNvSpPr>
          <p:nvPr>
            <p:ph type="sldNum"/>
          </p:nvPr>
        </p:nvSpPr>
        <p:spPr>
          <a:xfrm>
            <a:off x="4399200" y="9555480"/>
            <a:ext cx="3372840" cy="502560"/>
          </a:xfrm>
          <a:prstGeom prst="rect">
            <a:avLst/>
          </a:prstGeom>
        </p:spPr>
        <p:txBody>
          <a:bodyPr lIns="0" rIns="0" tIns="0" bIns="0" anchor="b">
            <a:noAutofit/>
          </a:bodyPr>
          <a:p>
            <a:pPr algn="r"/>
            <a:fld id="{FB348EB7-B63F-40F3-84B9-5ECD0F653FB3}"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sldImg"/>
          </p:nvPr>
        </p:nvSpPr>
        <p:spPr>
          <a:xfrm>
            <a:off x="685800" y="1143000"/>
            <a:ext cx="5486040" cy="3085920"/>
          </a:xfrm>
          <a:prstGeom prst="rect">
            <a:avLst/>
          </a:prstGeom>
        </p:spPr>
      </p:sp>
      <p:sp>
        <p:nvSpPr>
          <p:cNvPr id="158" name="PlaceHolder 2"/>
          <p:cNvSpPr>
            <a:spLocks noGrp="1"/>
          </p:cNvSpPr>
          <p:nvPr>
            <p:ph type="body"/>
          </p:nvPr>
        </p:nvSpPr>
        <p:spPr>
          <a:xfrm>
            <a:off x="685800" y="4400640"/>
            <a:ext cx="5485680" cy="3599640"/>
          </a:xfrm>
          <a:prstGeom prst="rect">
            <a:avLst/>
          </a:prstGeom>
        </p:spPr>
        <p:txBody>
          <a:bodyPr lIns="0" rIns="0" tIns="0" bIns="0">
            <a:noAutofit/>
          </a:bodyPr>
          <a:p>
            <a:endParaRPr b="0" lang="en-US" sz="2000" spc="-1" strike="noStrike">
              <a:latin typeface="Arial"/>
            </a:endParaRPr>
          </a:p>
        </p:txBody>
      </p:sp>
      <p:sp>
        <p:nvSpPr>
          <p:cNvPr id="159" name="CustomShape 3"/>
          <p:cNvSpPr/>
          <p:nvPr/>
        </p:nvSpPr>
        <p:spPr>
          <a:xfrm>
            <a:off x="3884760" y="8685360"/>
            <a:ext cx="2971080" cy="4579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E8F523B6-7F46-4D21-BC31-02F9588A02D2}" type="slidenum">
              <a:rPr b="0" lang="en-US" sz="1200" spc="-1" strike="noStrike">
                <a:solidFill>
                  <a:srgbClr val="000000"/>
                </a:solidFill>
                <a:latin typeface="Times New Roman"/>
                <a:ea typeface="+mn-ea"/>
              </a:rPr>
              <a:t>&lt;number&gt;</a:t>
            </a:fld>
            <a:endParaRPr b="0" lang="en-US" sz="1200" spc="-1" strike="noStrike">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sldImg"/>
          </p:nvPr>
        </p:nvSpPr>
        <p:spPr>
          <a:xfrm>
            <a:off x="685800" y="1143000"/>
            <a:ext cx="5486040" cy="3085920"/>
          </a:xfrm>
          <a:prstGeom prst="rect">
            <a:avLst/>
          </a:prstGeom>
        </p:spPr>
      </p:sp>
      <p:sp>
        <p:nvSpPr>
          <p:cNvPr id="161" name="PlaceHolder 2"/>
          <p:cNvSpPr>
            <a:spLocks noGrp="1"/>
          </p:cNvSpPr>
          <p:nvPr>
            <p:ph type="body"/>
          </p:nvPr>
        </p:nvSpPr>
        <p:spPr>
          <a:xfrm>
            <a:off x="685800" y="4400640"/>
            <a:ext cx="5485680" cy="3599640"/>
          </a:xfrm>
          <a:prstGeom prst="rect">
            <a:avLst/>
          </a:prstGeom>
        </p:spPr>
        <p:txBody>
          <a:bodyPr lIns="0" rIns="0" tIns="0" bIns="0">
            <a:noAutofit/>
          </a:bodyPr>
          <a:p>
            <a:endParaRPr b="0" lang="en-US" sz="2000" spc="-1" strike="noStrike">
              <a:latin typeface="Arial"/>
            </a:endParaRPr>
          </a:p>
        </p:txBody>
      </p:sp>
      <p:sp>
        <p:nvSpPr>
          <p:cNvPr id="162" name="CustomShape 3"/>
          <p:cNvSpPr/>
          <p:nvPr/>
        </p:nvSpPr>
        <p:spPr>
          <a:xfrm>
            <a:off x="3884760" y="8685360"/>
            <a:ext cx="2971080" cy="4579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D811CCA4-85F4-4DDA-9ACA-A28337299824}" type="slidenum">
              <a:rPr b="0" lang="en-US" sz="1200" spc="-1" strike="noStrike">
                <a:solidFill>
                  <a:srgbClr val="000000"/>
                </a:solidFill>
                <a:latin typeface="Times New Roman"/>
                <a:ea typeface="+mn-ea"/>
              </a:rPr>
              <a:t>&lt;number&gt;</a:t>
            </a:fld>
            <a:endParaRPr b="0" lang="en-US" sz="1200" spc="-1" strike="noStrike">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sldImg"/>
          </p:nvPr>
        </p:nvSpPr>
        <p:spPr>
          <a:xfrm>
            <a:off x="685800" y="1143000"/>
            <a:ext cx="5486040" cy="3085920"/>
          </a:xfrm>
          <a:prstGeom prst="rect">
            <a:avLst/>
          </a:prstGeom>
        </p:spPr>
      </p:sp>
      <p:sp>
        <p:nvSpPr>
          <p:cNvPr id="164" name="PlaceHolder 2"/>
          <p:cNvSpPr>
            <a:spLocks noGrp="1"/>
          </p:cNvSpPr>
          <p:nvPr>
            <p:ph type="body"/>
          </p:nvPr>
        </p:nvSpPr>
        <p:spPr>
          <a:xfrm>
            <a:off x="685800" y="4400640"/>
            <a:ext cx="5485680" cy="3599640"/>
          </a:xfrm>
          <a:prstGeom prst="rect">
            <a:avLst/>
          </a:prstGeom>
        </p:spPr>
        <p:txBody>
          <a:bodyPr lIns="0" rIns="0" tIns="0" bIns="0">
            <a:noAutofit/>
          </a:bodyPr>
          <a:p>
            <a:endParaRPr b="0" lang="en-US" sz="2000" spc="-1" strike="noStrike">
              <a:latin typeface="Arial"/>
            </a:endParaRPr>
          </a:p>
        </p:txBody>
      </p:sp>
      <p:sp>
        <p:nvSpPr>
          <p:cNvPr id="165" name="CustomShape 3"/>
          <p:cNvSpPr/>
          <p:nvPr/>
        </p:nvSpPr>
        <p:spPr>
          <a:xfrm>
            <a:off x="3884760" y="8685360"/>
            <a:ext cx="2971080" cy="4579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EFE93FE2-82EA-45EF-900C-2A22AC1BC6C8}" type="slidenum">
              <a:rPr b="0" lang="en-US" sz="1200" spc="-1" strike="noStrike">
                <a:solidFill>
                  <a:srgbClr val="000000"/>
                </a:solidFill>
                <a:latin typeface="Times New Roman"/>
                <a:ea typeface="+mn-ea"/>
              </a:rPr>
              <a:t>&lt;number&gt;</a:t>
            </a:fld>
            <a:endParaRPr b="0" lang="en-US" sz="1200" spc="-1" strike="noStrike">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sldImg"/>
          </p:nvPr>
        </p:nvSpPr>
        <p:spPr>
          <a:xfrm>
            <a:off x="685800" y="1143000"/>
            <a:ext cx="5486040" cy="3085920"/>
          </a:xfrm>
          <a:prstGeom prst="rect">
            <a:avLst/>
          </a:prstGeom>
        </p:spPr>
      </p:sp>
      <p:sp>
        <p:nvSpPr>
          <p:cNvPr id="167" name="PlaceHolder 2"/>
          <p:cNvSpPr>
            <a:spLocks noGrp="1"/>
          </p:cNvSpPr>
          <p:nvPr>
            <p:ph type="body"/>
          </p:nvPr>
        </p:nvSpPr>
        <p:spPr>
          <a:xfrm>
            <a:off x="685800" y="4400640"/>
            <a:ext cx="5485680" cy="3599640"/>
          </a:xfrm>
          <a:prstGeom prst="rect">
            <a:avLst/>
          </a:prstGeom>
        </p:spPr>
        <p:txBody>
          <a:bodyPr lIns="0" rIns="0" tIns="0" bIns="0">
            <a:noAutofit/>
          </a:bodyPr>
          <a:p>
            <a:endParaRPr b="0" lang="en-US" sz="2000" spc="-1" strike="noStrike">
              <a:latin typeface="Arial"/>
            </a:endParaRPr>
          </a:p>
        </p:txBody>
      </p:sp>
      <p:sp>
        <p:nvSpPr>
          <p:cNvPr id="168" name="CustomShape 3"/>
          <p:cNvSpPr/>
          <p:nvPr/>
        </p:nvSpPr>
        <p:spPr>
          <a:xfrm>
            <a:off x="3884760" y="8685360"/>
            <a:ext cx="2971080" cy="4579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E0F645BB-5942-4CFE-89B4-7A32C633B793}" type="slidenum">
              <a:rPr b="0" lang="en-US" sz="1200" spc="-1" strike="noStrike">
                <a:solidFill>
                  <a:srgbClr val="000000"/>
                </a:solidFill>
                <a:latin typeface="Times New Roman"/>
                <a:ea typeface="+mn-ea"/>
              </a:rPr>
              <a:t>&lt;number&gt;</a:t>
            </a:fld>
            <a:endParaRPr b="0" lang="en-US" sz="1200" spc="-1" strike="noStrike">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743120"/>
            <a:ext cx="9143280" cy="1145160"/>
          </a:xfrm>
          <a:prstGeom prst="rect">
            <a:avLst/>
          </a:prstGeom>
        </p:spPr>
        <p:txBody>
          <a:bodyPr lIns="0" rIns="0" tIns="0" bIns="0" anchor="ctr">
            <a:spAutoFit/>
          </a:bodyPr>
          <a:p>
            <a:endParaRPr b="0" lang="en-US" sz="1800" spc="-1" strike="noStrike">
              <a:solidFill>
                <a:srgbClr val="000000"/>
              </a:solidFill>
              <a:latin typeface="Arial"/>
            </a:endParaRPr>
          </a:p>
        </p:txBody>
      </p:sp>
      <p:sp>
        <p:nvSpPr>
          <p:cNvPr id="3" name="PlaceHolder 2"/>
          <p:cNvSpPr>
            <a:spLocks noGrp="1"/>
          </p:cNvSpPr>
          <p:nvPr>
            <p:ph type="subTitle"/>
          </p:nvPr>
        </p:nvSpPr>
        <p:spPr>
          <a:xfrm>
            <a:off x="609480" y="1604520"/>
            <a:ext cx="10972440" cy="3977280"/>
          </a:xfrm>
          <a:prstGeom prst="rect">
            <a:avLst/>
          </a:prstGeom>
        </p:spPr>
        <p:txBody>
          <a:bodyPr lIns="0" rIns="0" tIns="0" bIns="0" anchor="ctr">
            <a:sp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1523880" y="1743120"/>
            <a:ext cx="9143280" cy="1145160"/>
          </a:xfrm>
          <a:prstGeom prst="rect">
            <a:avLst/>
          </a:prstGeom>
        </p:spPr>
        <p:txBody>
          <a:bodyPr lIns="0" rIns="0" tIns="0" bIns="0" anchor="ctr">
            <a:spAutoFit/>
          </a:bodyPr>
          <a:p>
            <a:endParaRPr b="0" lang="en-US" sz="1800" spc="-1" strike="noStrike">
              <a:solidFill>
                <a:srgbClr val="000000"/>
              </a:solidFill>
              <a:latin typeface="Arial"/>
            </a:endParaRPr>
          </a:p>
        </p:txBody>
      </p:sp>
      <p:sp>
        <p:nvSpPr>
          <p:cNvPr id="5"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28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1523880" y="1743120"/>
            <a:ext cx="9143280" cy="1145160"/>
          </a:xfrm>
          <a:prstGeom prst="rect">
            <a:avLst/>
          </a:prstGeom>
        </p:spPr>
        <p:txBody>
          <a:bodyPr lIns="0" rIns="0" tIns="0" bIns="0" anchor="ctr">
            <a:spAutoFit/>
          </a:bodyPr>
          <a:p>
            <a:endParaRPr b="0" lang="en-US" sz="1800" spc="-1" strike="noStrike">
              <a:solidFill>
                <a:srgbClr val="000000"/>
              </a:solidFill>
              <a:latin typeface="Arial"/>
            </a:endParaRPr>
          </a:p>
        </p:txBody>
      </p:sp>
      <p:sp>
        <p:nvSpPr>
          <p:cNvPr id="7"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2800" spc="-1" strike="noStrike">
              <a:solidFill>
                <a:srgbClr val="000000"/>
              </a:solidFill>
              <a:latin typeface="Arial"/>
            </a:endParaRPr>
          </a:p>
        </p:txBody>
      </p:sp>
      <p:sp>
        <p:nvSpPr>
          <p:cNvPr id="8"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28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1523880" y="1743120"/>
            <a:ext cx="9143280" cy="1145160"/>
          </a:xfrm>
          <a:prstGeom prst="rect">
            <a:avLst/>
          </a:prstGeom>
        </p:spPr>
        <p:txBody>
          <a:bodyPr lIns="0" rIns="0" tIns="0" bIns="0" anchor="ctr">
            <a:spAutoFit/>
          </a:bodyPr>
          <a:p>
            <a:endParaRPr b="0" lang="en-US" sz="18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1523880" y="1743120"/>
            <a:ext cx="9143280" cy="5309640"/>
          </a:xfrm>
          <a:prstGeom prst="rect">
            <a:avLst/>
          </a:prstGeom>
        </p:spPr>
        <p:txBody>
          <a:bodyPr lIns="0" rIns="0" tIns="0" bIns="0" anchor="ctr">
            <a:sp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1523880" y="1743120"/>
            <a:ext cx="9143280" cy="1145160"/>
          </a:xfrm>
          <a:prstGeom prst="rect">
            <a:avLst/>
          </a:prstGeom>
        </p:spPr>
        <p:txBody>
          <a:bodyPr lIns="0" rIns="0" tIns="0" bIns="0" anchor="ctr">
            <a:spAutoFit/>
          </a:bodyPr>
          <a:p>
            <a:endParaRPr b="0" lang="en-US" sz="1800" spc="-1" strike="noStrike">
              <a:solidFill>
                <a:srgbClr val="000000"/>
              </a:solidFill>
              <a:latin typeface="Arial"/>
            </a:endParaRPr>
          </a:p>
        </p:txBody>
      </p:sp>
      <p:sp>
        <p:nvSpPr>
          <p:cNvPr id="12"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13"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2800" spc="-1" strike="noStrike">
              <a:solidFill>
                <a:srgbClr val="000000"/>
              </a:solidFill>
              <a:latin typeface="Arial"/>
            </a:endParaRPr>
          </a:p>
        </p:txBody>
      </p:sp>
      <p:sp>
        <p:nvSpPr>
          <p:cNvPr id="14"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1523880" y="1743120"/>
            <a:ext cx="9143280" cy="1145160"/>
          </a:xfrm>
          <a:prstGeom prst="rect">
            <a:avLst/>
          </a:prstGeom>
        </p:spPr>
        <p:txBody>
          <a:bodyPr lIns="0" rIns="0" tIns="0" bIns="0" anchor="ctr">
            <a:spAutoFit/>
          </a:bodyPr>
          <a:p>
            <a:endParaRPr b="0" lang="en-US" sz="1800" spc="-1" strike="noStrike">
              <a:solidFill>
                <a:srgbClr val="000000"/>
              </a:solidFill>
              <a:latin typeface="Arial"/>
            </a:endParaRPr>
          </a:p>
        </p:txBody>
      </p:sp>
      <p:sp>
        <p:nvSpPr>
          <p:cNvPr id="16"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2800" spc="-1" strike="noStrike">
              <a:solidFill>
                <a:srgbClr val="000000"/>
              </a:solidFill>
              <a:latin typeface="Arial"/>
            </a:endParaRPr>
          </a:p>
        </p:txBody>
      </p:sp>
      <p:sp>
        <p:nvSpPr>
          <p:cNvPr id="17"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18"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1523880" y="1743120"/>
            <a:ext cx="9143280" cy="1145160"/>
          </a:xfrm>
          <a:prstGeom prst="rect">
            <a:avLst/>
          </a:prstGeom>
        </p:spPr>
        <p:txBody>
          <a:bodyPr lIns="0" rIns="0" tIns="0" bIns="0" anchor="ctr">
            <a:spAutoFit/>
          </a:bodyPr>
          <a:p>
            <a:endParaRPr b="0" lang="en-US" sz="1800" spc="-1" strike="noStrike">
              <a:solidFill>
                <a:srgbClr val="000000"/>
              </a:solidFill>
              <a:latin typeface="Arial"/>
            </a:endParaRPr>
          </a:p>
        </p:txBody>
      </p:sp>
      <p:sp>
        <p:nvSpPr>
          <p:cNvPr id="20"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21"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22"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28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1523880" y="1743120"/>
            <a:ext cx="9143280" cy="1145160"/>
          </a:xfrm>
          <a:prstGeom prst="rect">
            <a:avLst/>
          </a:prstGeom>
        </p:spPr>
        <p:txBody>
          <a:bodyPr lIns="0" rIns="0" tIns="0" bIns="0" anchor="ctr">
            <a:spAutoFit/>
          </a:bodyPr>
          <a:p>
            <a:endParaRPr b="0" lang="en-US" sz="1800" spc="-1" strike="noStrike">
              <a:solidFill>
                <a:srgbClr val="000000"/>
              </a:solidFill>
              <a:latin typeface="Arial"/>
            </a:endParaRPr>
          </a:p>
        </p:txBody>
      </p:sp>
      <p:sp>
        <p:nvSpPr>
          <p:cNvPr id="24"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25"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28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1523880" y="1743120"/>
            <a:ext cx="9143280" cy="1145160"/>
          </a:xfrm>
          <a:prstGeom prst="rect">
            <a:avLst/>
          </a:prstGeom>
        </p:spPr>
        <p:txBody>
          <a:bodyPr lIns="0" rIns="0" tIns="0" bIns="0" anchor="ctr">
            <a:spAutoFit/>
          </a:bodyPr>
          <a:p>
            <a:endParaRPr b="0" lang="en-US" sz="1800" spc="-1" strike="noStrike">
              <a:solidFill>
                <a:srgbClr val="000000"/>
              </a:solidFill>
              <a:latin typeface="Arial"/>
            </a:endParaRPr>
          </a:p>
        </p:txBody>
      </p:sp>
      <p:sp>
        <p:nvSpPr>
          <p:cNvPr id="27"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28"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29"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30"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1523880" y="1743120"/>
            <a:ext cx="9143280" cy="1145160"/>
          </a:xfrm>
          <a:prstGeom prst="rect">
            <a:avLst/>
          </a:prstGeom>
        </p:spPr>
        <p:txBody>
          <a:bodyPr lIns="0" rIns="0" tIns="0" bIns="0" anchor="ctr">
            <a:spAutoFit/>
          </a:bodyPr>
          <a:p>
            <a:endParaRPr b="0" lang="en-US" sz="1800" spc="-1" strike="noStrike">
              <a:solidFill>
                <a:srgbClr val="000000"/>
              </a:solidFill>
              <a:latin typeface="Arial"/>
            </a:endParaRPr>
          </a:p>
        </p:txBody>
      </p:sp>
      <p:sp>
        <p:nvSpPr>
          <p:cNvPr id="32"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33"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34"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35"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36"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37"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28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1523880" y="1743120"/>
            <a:ext cx="9143280" cy="1145160"/>
          </a:xfrm>
          <a:prstGeom prst="rect">
            <a:avLst/>
          </a:prstGeom>
        </p:spPr>
        <p:txBody>
          <a:bodyPr lIns="0" rIns="0" tIns="0" bIns="0" anchor="ctr">
            <a:spAutoFit/>
          </a:bodyPr>
          <a:p>
            <a:endParaRPr b="0" lang="en-US" sz="1800" spc="-1" strike="noStrike">
              <a:solidFill>
                <a:srgbClr val="000000"/>
              </a:solidFill>
              <a:latin typeface="Arial"/>
            </a:endParaRPr>
          </a:p>
        </p:txBody>
      </p:sp>
      <p:sp>
        <p:nvSpPr>
          <p:cNvPr id="41" name="PlaceHolder 2"/>
          <p:cNvSpPr>
            <a:spLocks noGrp="1"/>
          </p:cNvSpPr>
          <p:nvPr>
            <p:ph type="subTitle"/>
          </p:nvPr>
        </p:nvSpPr>
        <p:spPr>
          <a:xfrm>
            <a:off x="609480" y="1604520"/>
            <a:ext cx="10972440" cy="3977280"/>
          </a:xfrm>
          <a:prstGeom prst="rect">
            <a:avLst/>
          </a:prstGeom>
        </p:spPr>
        <p:txBody>
          <a:bodyPr lIns="0" rIns="0" tIns="0" bIns="0" anchor="ctr">
            <a:spAutoFit/>
          </a:bodyPr>
          <a:p>
            <a:pPr algn="ct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1523880" y="1743120"/>
            <a:ext cx="9143280" cy="1145160"/>
          </a:xfrm>
          <a:prstGeom prst="rect">
            <a:avLst/>
          </a:prstGeom>
        </p:spPr>
        <p:txBody>
          <a:bodyPr lIns="0" rIns="0" tIns="0" bIns="0" anchor="ctr">
            <a:spAutoFit/>
          </a:bodyPr>
          <a:p>
            <a:endParaRPr b="0" lang="en-US" sz="1800" spc="-1" strike="noStrike">
              <a:solidFill>
                <a:srgbClr val="000000"/>
              </a:solidFill>
              <a:latin typeface="Arial"/>
            </a:endParaRPr>
          </a:p>
        </p:txBody>
      </p:sp>
      <p:sp>
        <p:nvSpPr>
          <p:cNvPr id="43"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28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1523880" y="1743120"/>
            <a:ext cx="9143280" cy="1145160"/>
          </a:xfrm>
          <a:prstGeom prst="rect">
            <a:avLst/>
          </a:prstGeom>
        </p:spPr>
        <p:txBody>
          <a:bodyPr lIns="0" rIns="0" tIns="0" bIns="0" anchor="ctr">
            <a:spAutoFit/>
          </a:bodyPr>
          <a:p>
            <a:endParaRPr b="0" lang="en-US" sz="1800" spc="-1" strike="noStrike">
              <a:solidFill>
                <a:srgbClr val="000000"/>
              </a:solidFill>
              <a:latin typeface="Arial"/>
            </a:endParaRPr>
          </a:p>
        </p:txBody>
      </p:sp>
      <p:sp>
        <p:nvSpPr>
          <p:cNvPr id="45"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2800" spc="-1" strike="noStrike">
              <a:solidFill>
                <a:srgbClr val="000000"/>
              </a:solidFill>
              <a:latin typeface="Arial"/>
            </a:endParaRPr>
          </a:p>
        </p:txBody>
      </p:sp>
      <p:sp>
        <p:nvSpPr>
          <p:cNvPr id="46"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2800" spc="-1" strike="noStrike">
              <a:solidFill>
                <a:srgbClr val="000000"/>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1523880" y="1743120"/>
            <a:ext cx="9143280" cy="1145160"/>
          </a:xfrm>
          <a:prstGeom prst="rect">
            <a:avLst/>
          </a:prstGeom>
        </p:spPr>
        <p:txBody>
          <a:bodyPr lIns="0" rIns="0" tIns="0" bIns="0" anchor="ctr">
            <a:spAutoFit/>
          </a:bodyPr>
          <a:p>
            <a:endParaRPr b="0" lang="en-US" sz="1800" spc="-1" strike="noStrike">
              <a:solidFill>
                <a:srgbClr val="000000"/>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1523880" y="1743120"/>
            <a:ext cx="9143280" cy="5309640"/>
          </a:xfrm>
          <a:prstGeom prst="rect">
            <a:avLst/>
          </a:prstGeom>
        </p:spPr>
        <p:txBody>
          <a:bodyPr lIns="0" rIns="0" tIns="0" bIns="0" anchor="ctr">
            <a:spAutoFit/>
          </a:bodyPr>
          <a:p>
            <a:pPr algn="ct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1523880" y="1743120"/>
            <a:ext cx="9143280" cy="1145160"/>
          </a:xfrm>
          <a:prstGeom prst="rect">
            <a:avLst/>
          </a:prstGeom>
        </p:spPr>
        <p:txBody>
          <a:bodyPr lIns="0" rIns="0" tIns="0" bIns="0" anchor="ctr">
            <a:spAutoFit/>
          </a:bodyPr>
          <a:p>
            <a:endParaRPr b="0" lang="en-US" sz="1800" spc="-1" strike="noStrike">
              <a:solidFill>
                <a:srgbClr val="000000"/>
              </a:solidFill>
              <a:latin typeface="Arial"/>
            </a:endParaRPr>
          </a:p>
        </p:txBody>
      </p:sp>
      <p:sp>
        <p:nvSpPr>
          <p:cNvPr id="50"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51"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2800" spc="-1" strike="noStrike">
              <a:solidFill>
                <a:srgbClr val="000000"/>
              </a:solidFill>
              <a:latin typeface="Arial"/>
            </a:endParaRPr>
          </a:p>
        </p:txBody>
      </p:sp>
      <p:sp>
        <p:nvSpPr>
          <p:cNvPr id="52"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1523880" y="1743120"/>
            <a:ext cx="9143280" cy="1145160"/>
          </a:xfrm>
          <a:prstGeom prst="rect">
            <a:avLst/>
          </a:prstGeom>
        </p:spPr>
        <p:txBody>
          <a:bodyPr lIns="0" rIns="0" tIns="0" bIns="0" anchor="ctr">
            <a:spAutoFit/>
          </a:bodyPr>
          <a:p>
            <a:endParaRPr b="0" lang="en-US" sz="1800" spc="-1" strike="noStrike">
              <a:solidFill>
                <a:srgbClr val="000000"/>
              </a:solidFill>
              <a:latin typeface="Arial"/>
            </a:endParaRPr>
          </a:p>
        </p:txBody>
      </p:sp>
      <p:sp>
        <p:nvSpPr>
          <p:cNvPr id="54"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2800" spc="-1" strike="noStrike">
              <a:solidFill>
                <a:srgbClr val="000000"/>
              </a:solidFill>
              <a:latin typeface="Arial"/>
            </a:endParaRPr>
          </a:p>
        </p:txBody>
      </p:sp>
      <p:sp>
        <p:nvSpPr>
          <p:cNvPr id="55"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56"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1523880" y="1743120"/>
            <a:ext cx="9143280" cy="1145160"/>
          </a:xfrm>
          <a:prstGeom prst="rect">
            <a:avLst/>
          </a:prstGeom>
        </p:spPr>
        <p:txBody>
          <a:bodyPr lIns="0" rIns="0" tIns="0" bIns="0" anchor="ctr">
            <a:spAutoFit/>
          </a:bodyPr>
          <a:p>
            <a:endParaRPr b="0" lang="en-US" sz="1800" spc="-1" strike="noStrike">
              <a:solidFill>
                <a:srgbClr val="000000"/>
              </a:solidFill>
              <a:latin typeface="Arial"/>
            </a:endParaRPr>
          </a:p>
        </p:txBody>
      </p:sp>
      <p:sp>
        <p:nvSpPr>
          <p:cNvPr id="58"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59"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60"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2800" spc="-1" strike="noStrike">
              <a:solidFill>
                <a:srgbClr val="000000"/>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1523880" y="1743120"/>
            <a:ext cx="9143280" cy="1145160"/>
          </a:xfrm>
          <a:prstGeom prst="rect">
            <a:avLst/>
          </a:prstGeom>
        </p:spPr>
        <p:txBody>
          <a:bodyPr lIns="0" rIns="0" tIns="0" bIns="0" anchor="ctr">
            <a:spAutoFit/>
          </a:bodyPr>
          <a:p>
            <a:endParaRPr b="0" lang="en-US" sz="1800" spc="-1" strike="noStrike">
              <a:solidFill>
                <a:srgbClr val="000000"/>
              </a:solidFill>
              <a:latin typeface="Arial"/>
            </a:endParaRPr>
          </a:p>
        </p:txBody>
      </p:sp>
      <p:sp>
        <p:nvSpPr>
          <p:cNvPr id="62"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63"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2800" spc="-1" strike="noStrike">
              <a:solidFill>
                <a:srgbClr val="000000"/>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1523880" y="1743120"/>
            <a:ext cx="9143280" cy="1145160"/>
          </a:xfrm>
          <a:prstGeom prst="rect">
            <a:avLst/>
          </a:prstGeom>
        </p:spPr>
        <p:txBody>
          <a:bodyPr lIns="0" rIns="0" tIns="0" bIns="0" anchor="ctr">
            <a:spAutoFit/>
          </a:bodyPr>
          <a:p>
            <a:endParaRPr b="0" lang="en-US" sz="1800" spc="-1" strike="noStrike">
              <a:solidFill>
                <a:srgbClr val="000000"/>
              </a:solidFill>
              <a:latin typeface="Arial"/>
            </a:endParaRPr>
          </a:p>
        </p:txBody>
      </p:sp>
      <p:sp>
        <p:nvSpPr>
          <p:cNvPr id="65"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66"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67"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68"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1523880" y="1743120"/>
            <a:ext cx="9143280" cy="1145160"/>
          </a:xfrm>
          <a:prstGeom prst="rect">
            <a:avLst/>
          </a:prstGeom>
        </p:spPr>
        <p:txBody>
          <a:bodyPr lIns="0" rIns="0" tIns="0" bIns="0" anchor="ctr">
            <a:spAutoFit/>
          </a:bodyPr>
          <a:p>
            <a:endParaRPr b="0" lang="en-US" sz="1800" spc="-1" strike="noStrike">
              <a:solidFill>
                <a:srgbClr val="000000"/>
              </a:solidFill>
              <a:latin typeface="Arial"/>
            </a:endParaRPr>
          </a:p>
        </p:txBody>
      </p:sp>
      <p:sp>
        <p:nvSpPr>
          <p:cNvPr id="70"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71"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72"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73"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74"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75"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28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523880" y="1743120"/>
            <a:ext cx="9143280" cy="1145160"/>
          </a:xfrm>
          <a:prstGeom prst="rect">
            <a:avLst/>
          </a:prstGeom>
        </p:spPr>
        <p:txBody>
          <a:bodyPr lIns="0" rIns="0" tIns="0" bIns="0" anchor="ctr">
            <a:spAutoFit/>
          </a:bodyPr>
          <a:p>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000" spc="-1" strike="noStrike">
                <a:solidFill>
                  <a:srgbClr val="000000"/>
                </a:solidFill>
                <a:latin typeface="Arial"/>
              </a:rPr>
              <a:t>Second Outline Level</a:t>
            </a:r>
            <a:endParaRPr b="0" lang="en-US" sz="2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440" cy="1144800"/>
          </a:xfrm>
          <a:prstGeom prst="rect">
            <a:avLst/>
          </a:prstGeom>
        </p:spPr>
        <p:txBody>
          <a:bodyPr lIns="0" rIns="0" tIns="0" bIns="0" anchor="ctr">
            <a:noAutofit/>
          </a:bodyPr>
          <a:p>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9"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000" spc="-1" strike="noStrike">
                <a:solidFill>
                  <a:srgbClr val="000000"/>
                </a:solidFill>
                <a:latin typeface="Arial"/>
              </a:rPr>
              <a:t>Second Outline Level</a:t>
            </a:r>
            <a:endParaRPr b="0" lang="en-US" sz="2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eg"/><Relationship Id="rId3"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jpeg"/><Relationship Id="rId3"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jpeg"/><Relationship Id="rId3"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jpeg"/><Relationship Id="rId3"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jpeg"/><Relationship Id="rId3"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jpeg"/><Relationship Id="rId3" Type="http://schemas.openxmlformats.org/officeDocument/2006/relationships/image" Target="../media/image16.png"/><Relationship Id="rId4" Type="http://schemas.openxmlformats.org/officeDocument/2006/relationships/slideLayout" Target="../slideLayouts/slideLayout13.xml"/><Relationship Id="rId5"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jpeg"/><Relationship Id="rId3" Type="http://schemas.openxmlformats.org/officeDocument/2006/relationships/slideLayout" Target="../slideLayouts/slideLayout13.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jpeg"/><Relationship Id="rId3" Type="http://schemas.openxmlformats.org/officeDocument/2006/relationships/slideLayout" Target="../slideLayouts/slideLayout13.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png"/><Relationship Id="rId3"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jpeg"/><Relationship Id="rId3"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8.jpeg"/><Relationship Id="rId3"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30.png"/><Relationship Id="rId3" Type="http://schemas.openxmlformats.org/officeDocument/2006/relationships/hyperlink" Target="https://agmarknet.gov.in/" TargetMode="External"/><Relationship Id="rId4" Type="http://schemas.openxmlformats.org/officeDocument/2006/relationships/hyperlink" Target="https://www.tensorflow.org/lite" TargetMode="External"/><Relationship Id="rId5" Type="http://schemas.openxmlformats.org/officeDocument/2006/relationships/hyperlink" Target="https://www.raspberrypi.com/" TargetMode="External"/><Relationship Id="rId6" Type="http://schemas.openxmlformats.org/officeDocument/2006/relationships/slideLayout" Target="../slideLayouts/slideLayout13.xml"/><Relationship Id="rId7"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eg"/><Relationship Id="rId3"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CustomShape 1"/>
          <p:cNvSpPr/>
          <p:nvPr/>
        </p:nvSpPr>
        <p:spPr>
          <a:xfrm>
            <a:off x="1249920" y="1505160"/>
            <a:ext cx="9691920" cy="4841280"/>
          </a:xfrm>
          <a:prstGeom prst="rect">
            <a:avLst/>
          </a:prstGeom>
          <a:noFill/>
          <a:ln>
            <a:noFill/>
          </a:ln>
        </p:spPr>
        <p:style>
          <a:lnRef idx="0"/>
          <a:fillRef idx="0"/>
          <a:effectRef idx="0"/>
          <a:fontRef idx="minor"/>
        </p:style>
        <p:txBody>
          <a:bodyPr lIns="90000" rIns="90000" tIns="45000" bIns="45000">
            <a:normAutofit fontScale="73000"/>
          </a:bodyPr>
          <a:p>
            <a:pPr algn="ctr">
              <a:lnSpc>
                <a:spcPct val="90000"/>
              </a:lnSpc>
              <a:spcBef>
                <a:spcPts val="1001"/>
              </a:spcBef>
            </a:pPr>
            <a:r>
              <a:rPr b="1" lang="en-US" sz="2600" spc="-1" strike="noStrike" u="sng">
                <a:solidFill>
                  <a:srgbClr val="000000"/>
                </a:solidFill>
                <a:uFillTx/>
                <a:latin typeface="Arial Black"/>
                <a:ea typeface="DejaVu Sans"/>
              </a:rPr>
              <a:t>Major Project Presentation</a:t>
            </a:r>
            <a:endParaRPr b="0" lang="en-US" sz="2600" spc="-1" strike="noStrike">
              <a:latin typeface="Arial"/>
            </a:endParaRPr>
          </a:p>
          <a:p>
            <a:pPr algn="ctr">
              <a:lnSpc>
                <a:spcPct val="90000"/>
              </a:lnSpc>
              <a:spcBef>
                <a:spcPts val="1001"/>
              </a:spcBef>
            </a:pPr>
            <a:endParaRPr b="0" lang="en-US" sz="2600" spc="-1" strike="noStrike">
              <a:latin typeface="Arial"/>
            </a:endParaRPr>
          </a:p>
          <a:p>
            <a:pPr>
              <a:lnSpc>
                <a:spcPct val="90000"/>
              </a:lnSpc>
              <a:spcBef>
                <a:spcPts val="1001"/>
              </a:spcBef>
            </a:pPr>
            <a:r>
              <a:rPr b="0" lang="en-US" sz="2600" spc="-1" strike="noStrike" u="sng">
                <a:solidFill>
                  <a:srgbClr val="000000"/>
                </a:solidFill>
                <a:uFillTx/>
                <a:latin typeface="Arial Black"/>
                <a:ea typeface="Microsoft YaHei"/>
              </a:rPr>
              <a:t>Project Title</a:t>
            </a:r>
            <a:r>
              <a:rPr b="0" lang="en-US" sz="2600" spc="-1" strike="noStrike">
                <a:solidFill>
                  <a:srgbClr val="000000"/>
                </a:solidFill>
                <a:latin typeface="Arial Black"/>
                <a:ea typeface="Microsoft YaHei"/>
              </a:rPr>
              <a:t>: </a:t>
            </a:r>
            <a:r>
              <a:rPr b="1" lang="en-US" sz="2200" spc="-1" strike="noStrike">
                <a:solidFill>
                  <a:srgbClr val="000000"/>
                </a:solidFill>
                <a:latin typeface="Calibri"/>
                <a:ea typeface="DejaVu Sans"/>
              </a:rPr>
              <a:t>Krishi Suraksha- Fog‑based Animal Intrusion Alert &amp; Field Monitoring</a:t>
            </a:r>
            <a:endParaRPr b="0" lang="en-US" sz="2200" spc="-1" strike="noStrike">
              <a:latin typeface="Arial"/>
            </a:endParaRPr>
          </a:p>
          <a:p>
            <a:pPr algn="ctr">
              <a:lnSpc>
                <a:spcPct val="90000"/>
              </a:lnSpc>
              <a:spcBef>
                <a:spcPts val="1001"/>
              </a:spcBef>
            </a:pPr>
            <a:endParaRPr b="0" lang="en-US" sz="2200" spc="-1" strike="noStrike">
              <a:latin typeface="Arial"/>
            </a:endParaRPr>
          </a:p>
          <a:p>
            <a:pPr algn="ctr">
              <a:lnSpc>
                <a:spcPct val="90000"/>
              </a:lnSpc>
              <a:spcBef>
                <a:spcPts val="1001"/>
              </a:spcBef>
            </a:pPr>
            <a:r>
              <a:rPr b="1" lang="en-US" sz="2600" spc="-1" strike="noStrike" u="sng">
                <a:solidFill>
                  <a:srgbClr val="000000"/>
                </a:solidFill>
                <a:uFillTx/>
                <a:latin typeface="Arial Black"/>
                <a:ea typeface="DejaVu Sans"/>
              </a:rPr>
              <a:t>Under the Guidance of</a:t>
            </a:r>
            <a:r>
              <a:rPr b="1" lang="en-US" sz="2600" spc="-1" strike="noStrike">
                <a:solidFill>
                  <a:srgbClr val="000000"/>
                </a:solidFill>
                <a:latin typeface="Arial Black"/>
                <a:ea typeface="DejaVu Sans"/>
              </a:rPr>
              <a:t>: </a:t>
            </a:r>
            <a:r>
              <a:rPr b="1" lang="en-US" sz="2600" spc="-1" strike="noStrike">
                <a:solidFill>
                  <a:srgbClr val="000000"/>
                </a:solidFill>
                <a:latin typeface="Calibri"/>
                <a:ea typeface="DejaVu Sans"/>
              </a:rPr>
              <a:t>  </a:t>
            </a:r>
            <a:r>
              <a:rPr b="1" lang="en-US" sz="2300" spc="-1" strike="noStrike">
                <a:solidFill>
                  <a:srgbClr val="000000"/>
                </a:solidFill>
                <a:latin typeface="Calibri"/>
                <a:ea typeface="DejaVu Sans"/>
              </a:rPr>
              <a:t>Prof. Dhananjay Poul     </a:t>
            </a:r>
            <a:endParaRPr b="0" lang="en-US" sz="2300" spc="-1" strike="noStrike">
              <a:latin typeface="Arial"/>
            </a:endParaRPr>
          </a:p>
          <a:p>
            <a:pPr algn="ctr">
              <a:lnSpc>
                <a:spcPct val="90000"/>
              </a:lnSpc>
              <a:spcBef>
                <a:spcPts val="1001"/>
              </a:spcBef>
            </a:pPr>
            <a:endParaRPr b="0" lang="en-US" sz="2300" spc="-1" strike="noStrike">
              <a:latin typeface="Arial"/>
            </a:endParaRPr>
          </a:p>
          <a:p>
            <a:pPr algn="ctr">
              <a:lnSpc>
                <a:spcPct val="90000"/>
              </a:lnSpc>
              <a:spcBef>
                <a:spcPts val="1001"/>
              </a:spcBef>
            </a:pPr>
            <a:r>
              <a:rPr b="1" lang="en-US" sz="2600" spc="-1" strike="noStrike" u="sng">
                <a:solidFill>
                  <a:srgbClr val="000000"/>
                </a:solidFill>
                <a:uFillTx/>
                <a:latin typeface="Arial Black"/>
                <a:ea typeface="DejaVu Sans"/>
              </a:rPr>
              <a:t>Presentation by</a:t>
            </a:r>
            <a:r>
              <a:rPr b="1" lang="en-US" sz="2400" spc="-1" strike="noStrike">
                <a:solidFill>
                  <a:srgbClr val="000000"/>
                </a:solidFill>
                <a:latin typeface="Arial Black"/>
                <a:ea typeface="DejaVu Sans"/>
              </a:rPr>
              <a:t>:  </a:t>
            </a:r>
            <a:r>
              <a:rPr b="1" lang="en-US" sz="2300" spc="-1" strike="noStrike">
                <a:solidFill>
                  <a:srgbClr val="000000"/>
                </a:solidFill>
                <a:latin typeface="Times New Roman"/>
                <a:ea typeface="DejaVu Sans"/>
              </a:rPr>
              <a:t>1] Mayur Ichake </a:t>
            </a:r>
            <a:endParaRPr b="0" lang="en-US" sz="2300" spc="-1" strike="noStrike">
              <a:latin typeface="Arial"/>
            </a:endParaRPr>
          </a:p>
          <a:p>
            <a:pPr algn="ctr">
              <a:lnSpc>
                <a:spcPct val="90000"/>
              </a:lnSpc>
              <a:spcBef>
                <a:spcPts val="1001"/>
              </a:spcBef>
            </a:pPr>
            <a:r>
              <a:rPr b="1" lang="en-US" sz="2300" spc="-1" strike="noStrike">
                <a:solidFill>
                  <a:srgbClr val="000000"/>
                </a:solidFill>
                <a:latin typeface="Times New Roman"/>
                <a:ea typeface="DejaVu Sans"/>
              </a:rPr>
              <a:t>                                         </a:t>
            </a:r>
            <a:r>
              <a:rPr b="1" lang="en-US" sz="2300" spc="-1" strike="noStrike">
                <a:solidFill>
                  <a:srgbClr val="000000"/>
                </a:solidFill>
                <a:latin typeface="Times New Roman"/>
                <a:ea typeface="DejaVu Sans"/>
              </a:rPr>
              <a:t>2] Sahil Ichake </a:t>
            </a:r>
            <a:endParaRPr b="0" lang="en-US" sz="2300" spc="-1" strike="noStrike">
              <a:latin typeface="Arial"/>
            </a:endParaRPr>
          </a:p>
          <a:p>
            <a:pPr algn="ctr">
              <a:lnSpc>
                <a:spcPct val="90000"/>
              </a:lnSpc>
              <a:spcBef>
                <a:spcPts val="1001"/>
              </a:spcBef>
            </a:pPr>
            <a:r>
              <a:rPr b="1" lang="en-US" sz="2300" spc="-1" strike="noStrike">
                <a:solidFill>
                  <a:srgbClr val="000000"/>
                </a:solidFill>
                <a:latin typeface="Times New Roman"/>
                <a:ea typeface="DejaVu Sans"/>
              </a:rPr>
              <a:t>                                         </a:t>
            </a:r>
            <a:r>
              <a:rPr b="1" lang="en-US" sz="2300" spc="-1" strike="noStrike">
                <a:solidFill>
                  <a:srgbClr val="000000"/>
                </a:solidFill>
                <a:latin typeface="Times New Roman"/>
                <a:ea typeface="DejaVu Sans"/>
              </a:rPr>
              <a:t>3] Harsh Wala</a:t>
            </a:r>
            <a:endParaRPr b="0" lang="en-US" sz="2300" spc="-1" strike="noStrike">
              <a:latin typeface="Arial"/>
            </a:endParaRPr>
          </a:p>
          <a:p>
            <a:pPr algn="ctr">
              <a:lnSpc>
                <a:spcPct val="90000"/>
              </a:lnSpc>
              <a:spcBef>
                <a:spcPts val="1001"/>
              </a:spcBef>
            </a:pPr>
            <a:endParaRPr b="0" lang="en-US" sz="2300" spc="-1" strike="noStrike">
              <a:latin typeface="Arial"/>
            </a:endParaRPr>
          </a:p>
          <a:p>
            <a:pPr algn="ctr">
              <a:lnSpc>
                <a:spcPct val="90000"/>
              </a:lnSpc>
              <a:spcBef>
                <a:spcPts val="1001"/>
              </a:spcBef>
            </a:pPr>
            <a:endParaRPr b="0" lang="en-US" sz="2300" spc="-1" strike="noStrike">
              <a:latin typeface="Arial"/>
            </a:endParaRPr>
          </a:p>
          <a:p>
            <a:pPr algn="ctr">
              <a:lnSpc>
                <a:spcPct val="90000"/>
              </a:lnSpc>
              <a:spcBef>
                <a:spcPts val="1001"/>
              </a:spcBef>
            </a:pPr>
            <a:r>
              <a:rPr b="1" lang="en-US" sz="1700" spc="-1" strike="noStrike">
                <a:solidFill>
                  <a:srgbClr val="000000"/>
                </a:solidFill>
                <a:latin typeface="Arial Black"/>
                <a:ea typeface="DejaVu Sans"/>
              </a:rPr>
              <a:t>A.Y. 2025-26</a:t>
            </a:r>
            <a:endParaRPr b="0" lang="en-US" sz="1700" spc="-1" strike="noStrike">
              <a:latin typeface="Arial"/>
            </a:endParaRPr>
          </a:p>
        </p:txBody>
      </p:sp>
      <p:pic>
        <p:nvPicPr>
          <p:cNvPr id="83" name="Picture 3" descr=""/>
          <p:cNvPicPr/>
          <p:nvPr/>
        </p:nvPicPr>
        <p:blipFill>
          <a:blip r:embed="rId1"/>
          <a:stretch/>
        </p:blipFill>
        <p:spPr>
          <a:xfrm>
            <a:off x="191520" y="44640"/>
            <a:ext cx="1270800" cy="1078200"/>
          </a:xfrm>
          <a:prstGeom prst="rect">
            <a:avLst/>
          </a:prstGeom>
          <a:ln>
            <a:noFill/>
          </a:ln>
        </p:spPr>
      </p:pic>
      <p:pic>
        <p:nvPicPr>
          <p:cNvPr id="84" name="Picture 4" descr=""/>
          <p:cNvPicPr/>
          <p:nvPr/>
        </p:nvPicPr>
        <p:blipFill>
          <a:blip r:embed="rId2"/>
          <a:stretch/>
        </p:blipFill>
        <p:spPr>
          <a:xfrm>
            <a:off x="10710720" y="14040"/>
            <a:ext cx="1480320" cy="1108800"/>
          </a:xfrm>
          <a:prstGeom prst="rect">
            <a:avLst/>
          </a:prstGeom>
          <a:ln>
            <a:noFill/>
          </a:ln>
        </p:spPr>
      </p:pic>
      <p:sp>
        <p:nvSpPr>
          <p:cNvPr id="85" name="CustomShape 2"/>
          <p:cNvSpPr/>
          <p:nvPr/>
        </p:nvSpPr>
        <p:spPr>
          <a:xfrm>
            <a:off x="1153440" y="44640"/>
            <a:ext cx="10070280" cy="1460160"/>
          </a:xfrm>
          <a:prstGeom prst="rect">
            <a:avLst/>
          </a:prstGeom>
          <a:noFill/>
          <a:ln>
            <a:noFill/>
          </a:ln>
        </p:spPr>
        <p:style>
          <a:lnRef idx="0"/>
          <a:fillRef idx="0"/>
          <a:effectRef idx="0"/>
          <a:fontRef idx="minor"/>
        </p:style>
        <p:txBody>
          <a:bodyPr lIns="90000" rIns="90000" tIns="45000" bIns="45000" anchor="ctr">
            <a:normAutofit/>
          </a:bodyPr>
          <a:p>
            <a:pPr algn="ctr">
              <a:lnSpc>
                <a:spcPct val="90000"/>
              </a:lnSpc>
            </a:pPr>
            <a:r>
              <a:rPr b="1" lang="en-US" sz="2400" spc="-1" strike="noStrike">
                <a:solidFill>
                  <a:srgbClr val="000000"/>
                </a:solidFill>
                <a:latin typeface="Arial Black"/>
                <a:ea typeface="DejaVu Sans"/>
              </a:rPr>
              <a:t>Dhole Patil Education Society’s</a:t>
            </a:r>
            <a:br/>
            <a:r>
              <a:rPr b="1" lang="en-US" sz="3100" spc="-1" strike="noStrike">
                <a:solidFill>
                  <a:srgbClr val="000000"/>
                </a:solidFill>
                <a:latin typeface="Arial Black"/>
                <a:ea typeface="DejaVu Sans"/>
              </a:rPr>
              <a:t>Dhole Patil College of Engineering, Pune </a:t>
            </a:r>
            <a:endParaRPr b="0" lang="en-US" sz="31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CustomShape 1"/>
          <p:cNvSpPr/>
          <p:nvPr/>
        </p:nvSpPr>
        <p:spPr>
          <a:xfrm>
            <a:off x="1531800" y="1505160"/>
            <a:ext cx="9691920" cy="4841280"/>
          </a:xfrm>
          <a:prstGeom prst="rect">
            <a:avLst/>
          </a:prstGeom>
          <a:noFill/>
          <a:ln>
            <a:noFill/>
          </a:ln>
        </p:spPr>
        <p:style>
          <a:lnRef idx="0"/>
          <a:fillRef idx="0"/>
          <a:effectRef idx="0"/>
          <a:fontRef idx="minor"/>
        </p:style>
        <p:txBody>
          <a:bodyPr lIns="90000" rIns="90000" tIns="45000" bIns="45000">
            <a:normAutofit/>
          </a:bodyPr>
          <a:p>
            <a:pPr algn="ctr">
              <a:lnSpc>
                <a:spcPct val="90000"/>
              </a:lnSpc>
              <a:spcBef>
                <a:spcPts val="1001"/>
              </a:spcBef>
            </a:pPr>
            <a:r>
              <a:rPr b="1" lang="en-US" sz="2400" spc="-1" strike="noStrike" u="sng">
                <a:solidFill>
                  <a:srgbClr val="000000"/>
                </a:solidFill>
                <a:uFillTx/>
                <a:latin typeface="Calibri"/>
                <a:ea typeface="DejaVu Sans"/>
              </a:rPr>
              <a:t>Presentation Flow</a:t>
            </a:r>
            <a:endParaRPr b="0" lang="en-US" sz="2400" spc="-1" strike="noStrike">
              <a:latin typeface="Arial"/>
            </a:endParaRPr>
          </a:p>
          <a:p>
            <a:pPr marL="457200" indent="-456120">
              <a:lnSpc>
                <a:spcPct val="110000"/>
              </a:lnSpc>
              <a:spcBef>
                <a:spcPts val="1001"/>
              </a:spcBef>
              <a:buClr>
                <a:srgbClr val="000000"/>
              </a:buClr>
              <a:buFont typeface="Arial"/>
              <a:buChar char="•"/>
            </a:pPr>
            <a:r>
              <a:rPr b="0" lang="en-US" sz="1800" spc="-1" strike="noStrike">
                <a:solidFill>
                  <a:srgbClr val="000000"/>
                </a:solidFill>
                <a:latin typeface="Times New Roman"/>
                <a:ea typeface="DejaVu Sans"/>
              </a:rPr>
              <a:t>Introduction,  Project Objective, Goal</a:t>
            </a:r>
            <a:endParaRPr b="0" lang="en-US" sz="1800" spc="-1" strike="noStrike">
              <a:latin typeface="Arial"/>
            </a:endParaRPr>
          </a:p>
          <a:p>
            <a:pPr marL="457200" indent="-456120">
              <a:lnSpc>
                <a:spcPct val="110000"/>
              </a:lnSpc>
              <a:spcBef>
                <a:spcPts val="1001"/>
              </a:spcBef>
              <a:buClr>
                <a:srgbClr val="000000"/>
              </a:buClr>
              <a:buFont typeface="Arial"/>
              <a:buChar char="•"/>
            </a:pPr>
            <a:r>
              <a:rPr b="0" lang="en-US" sz="1800" spc="-1" strike="noStrike">
                <a:solidFill>
                  <a:srgbClr val="000000"/>
                </a:solidFill>
                <a:latin typeface="Times New Roman"/>
                <a:ea typeface="DejaVu Sans"/>
              </a:rPr>
              <a:t>Problem Statement</a:t>
            </a:r>
            <a:endParaRPr b="0" lang="en-US" sz="1800" spc="-1" strike="noStrike">
              <a:latin typeface="Arial"/>
            </a:endParaRPr>
          </a:p>
          <a:p>
            <a:pPr marL="457200" indent="-456120">
              <a:lnSpc>
                <a:spcPct val="110000"/>
              </a:lnSpc>
              <a:spcBef>
                <a:spcPts val="1001"/>
              </a:spcBef>
              <a:buClr>
                <a:srgbClr val="000000"/>
              </a:buClr>
              <a:buFont typeface="Arial"/>
              <a:buChar char="•"/>
            </a:pPr>
            <a:r>
              <a:rPr b="0" lang="en-US" sz="1800" spc="-1" strike="noStrike">
                <a:solidFill>
                  <a:srgbClr val="000000"/>
                </a:solidFill>
                <a:latin typeface="Times New Roman"/>
                <a:ea typeface="DejaVu Sans"/>
              </a:rPr>
              <a:t>Literature Survey</a:t>
            </a:r>
            <a:endParaRPr b="0" lang="en-US" sz="1800" spc="-1" strike="noStrike">
              <a:latin typeface="Arial"/>
            </a:endParaRPr>
          </a:p>
          <a:p>
            <a:pPr marL="457200" indent="-456120">
              <a:lnSpc>
                <a:spcPct val="110000"/>
              </a:lnSpc>
              <a:spcBef>
                <a:spcPts val="1001"/>
              </a:spcBef>
              <a:buClr>
                <a:srgbClr val="000000"/>
              </a:buClr>
              <a:buFont typeface="Arial"/>
              <a:buChar char="•"/>
            </a:pPr>
            <a:r>
              <a:rPr b="0" lang="en-US" sz="1800" spc="-1" strike="noStrike">
                <a:solidFill>
                  <a:srgbClr val="000000"/>
                </a:solidFill>
                <a:latin typeface="Times New Roman"/>
                <a:ea typeface="DejaVu Sans"/>
              </a:rPr>
              <a:t>Block Diagram </a:t>
            </a:r>
            <a:endParaRPr b="0" lang="en-US" sz="1800" spc="-1" strike="noStrike">
              <a:latin typeface="Arial"/>
            </a:endParaRPr>
          </a:p>
          <a:p>
            <a:pPr marL="457200" indent="-456120">
              <a:lnSpc>
                <a:spcPct val="110000"/>
              </a:lnSpc>
              <a:spcBef>
                <a:spcPts val="1001"/>
              </a:spcBef>
              <a:buClr>
                <a:srgbClr val="000000"/>
              </a:buClr>
              <a:buFont typeface="Arial"/>
              <a:buChar char="•"/>
            </a:pPr>
            <a:r>
              <a:rPr b="0" lang="en-US" sz="1800" spc="-1" strike="noStrike">
                <a:solidFill>
                  <a:srgbClr val="000000"/>
                </a:solidFill>
                <a:latin typeface="Times New Roman"/>
                <a:ea typeface="DejaVu Sans"/>
              </a:rPr>
              <a:t>Specification</a:t>
            </a:r>
            <a:endParaRPr b="0" lang="en-US" sz="1800" spc="-1" strike="noStrike">
              <a:latin typeface="Arial"/>
            </a:endParaRPr>
          </a:p>
          <a:p>
            <a:pPr marL="457200" indent="-456120">
              <a:lnSpc>
                <a:spcPct val="110000"/>
              </a:lnSpc>
              <a:spcBef>
                <a:spcPts val="1001"/>
              </a:spcBef>
              <a:buClr>
                <a:srgbClr val="000000"/>
              </a:buClr>
              <a:buFont typeface="Arial"/>
              <a:buChar char="•"/>
            </a:pPr>
            <a:r>
              <a:rPr b="0" lang="en-US" sz="1800" spc="-1" strike="noStrike">
                <a:solidFill>
                  <a:srgbClr val="000000"/>
                </a:solidFill>
                <a:latin typeface="Times New Roman"/>
                <a:ea typeface="DejaVu Sans"/>
              </a:rPr>
              <a:t>Software used</a:t>
            </a:r>
            <a:endParaRPr b="0" lang="en-US" sz="1800" spc="-1" strike="noStrike">
              <a:latin typeface="Arial"/>
            </a:endParaRPr>
          </a:p>
          <a:p>
            <a:pPr marL="457200" indent="-456120">
              <a:lnSpc>
                <a:spcPct val="110000"/>
              </a:lnSpc>
              <a:spcBef>
                <a:spcPts val="1001"/>
              </a:spcBef>
              <a:buClr>
                <a:srgbClr val="000000"/>
              </a:buClr>
              <a:buFont typeface="Arial"/>
              <a:buChar char="•"/>
            </a:pPr>
            <a:r>
              <a:rPr b="0" lang="en-US" sz="1800" spc="-1" strike="noStrike">
                <a:solidFill>
                  <a:srgbClr val="000000"/>
                </a:solidFill>
                <a:latin typeface="Times New Roman"/>
                <a:ea typeface="DejaVu Sans"/>
              </a:rPr>
              <a:t>Implementation Details</a:t>
            </a:r>
            <a:endParaRPr b="0" lang="en-US" sz="1800" spc="-1" strike="noStrike">
              <a:latin typeface="Arial"/>
            </a:endParaRPr>
          </a:p>
          <a:p>
            <a:pPr marL="457200" indent="-456120">
              <a:lnSpc>
                <a:spcPct val="110000"/>
              </a:lnSpc>
              <a:spcBef>
                <a:spcPts val="1001"/>
              </a:spcBef>
              <a:buClr>
                <a:srgbClr val="000000"/>
              </a:buClr>
              <a:buFont typeface="Arial"/>
              <a:buChar char="•"/>
            </a:pPr>
            <a:r>
              <a:rPr b="0" lang="en-US" sz="1800" spc="-1" strike="noStrike">
                <a:solidFill>
                  <a:srgbClr val="000000"/>
                </a:solidFill>
                <a:latin typeface="Times New Roman"/>
                <a:ea typeface="DejaVu Sans"/>
              </a:rPr>
              <a:t>Advantages &amp; Applications</a:t>
            </a:r>
            <a:endParaRPr b="0" lang="en-US" sz="1800" spc="-1" strike="noStrike">
              <a:latin typeface="Arial"/>
            </a:endParaRPr>
          </a:p>
          <a:p>
            <a:pPr marL="457200" indent="-456120">
              <a:lnSpc>
                <a:spcPct val="110000"/>
              </a:lnSpc>
              <a:spcBef>
                <a:spcPts val="1001"/>
              </a:spcBef>
              <a:buClr>
                <a:srgbClr val="000000"/>
              </a:buClr>
              <a:buFont typeface="Arial"/>
              <a:buChar char="•"/>
            </a:pPr>
            <a:r>
              <a:rPr b="0" lang="en-US" sz="1800" spc="-1" strike="noStrike">
                <a:solidFill>
                  <a:srgbClr val="000000"/>
                </a:solidFill>
                <a:latin typeface="Times New Roman"/>
                <a:ea typeface="DejaVu Sans"/>
              </a:rPr>
              <a:t> </a:t>
            </a:r>
            <a:r>
              <a:rPr b="0" lang="en-US" sz="1800" spc="-1" strike="noStrike">
                <a:solidFill>
                  <a:srgbClr val="000000"/>
                </a:solidFill>
                <a:latin typeface="Times New Roman"/>
                <a:ea typeface="DejaVu Sans"/>
              </a:rPr>
              <a:t>Future Scope </a:t>
            </a:r>
            <a:endParaRPr b="0" lang="en-US" sz="1800" spc="-1" strike="noStrike">
              <a:latin typeface="Arial"/>
            </a:endParaRPr>
          </a:p>
          <a:p>
            <a:pPr marL="457200" indent="-456120">
              <a:lnSpc>
                <a:spcPct val="110000"/>
              </a:lnSpc>
              <a:spcBef>
                <a:spcPts val="1001"/>
              </a:spcBef>
              <a:buClr>
                <a:srgbClr val="000000"/>
              </a:buClr>
              <a:buFont typeface="Arial"/>
              <a:buChar char="•"/>
            </a:pPr>
            <a:r>
              <a:rPr b="0" lang="en-US" sz="1800" spc="-1" strike="noStrike">
                <a:solidFill>
                  <a:srgbClr val="000000"/>
                </a:solidFill>
                <a:latin typeface="Times New Roman"/>
                <a:ea typeface="DejaVu Sans"/>
              </a:rPr>
              <a:t>References</a:t>
            </a:r>
            <a:endParaRPr b="0" lang="en-US" sz="1800" spc="-1" strike="noStrike">
              <a:latin typeface="Arial"/>
            </a:endParaRPr>
          </a:p>
          <a:p>
            <a:pPr algn="ctr">
              <a:lnSpc>
                <a:spcPct val="90000"/>
              </a:lnSpc>
              <a:spcBef>
                <a:spcPts val="1001"/>
              </a:spcBef>
            </a:pPr>
            <a:endParaRPr b="0" lang="en-US" sz="1800" spc="-1" strike="noStrike">
              <a:latin typeface="Arial"/>
            </a:endParaRPr>
          </a:p>
        </p:txBody>
      </p:sp>
      <p:pic>
        <p:nvPicPr>
          <p:cNvPr id="87" name="Picture 3" descr=""/>
          <p:cNvPicPr/>
          <p:nvPr/>
        </p:nvPicPr>
        <p:blipFill>
          <a:blip r:embed="rId1"/>
          <a:stretch/>
        </p:blipFill>
        <p:spPr>
          <a:xfrm>
            <a:off x="191520" y="44640"/>
            <a:ext cx="1270800" cy="1078200"/>
          </a:xfrm>
          <a:prstGeom prst="rect">
            <a:avLst/>
          </a:prstGeom>
          <a:ln>
            <a:noFill/>
          </a:ln>
        </p:spPr>
      </p:pic>
      <p:pic>
        <p:nvPicPr>
          <p:cNvPr id="88" name="Picture 4" descr=""/>
          <p:cNvPicPr/>
          <p:nvPr/>
        </p:nvPicPr>
        <p:blipFill>
          <a:blip r:embed="rId2"/>
          <a:stretch/>
        </p:blipFill>
        <p:spPr>
          <a:xfrm>
            <a:off x="10710720" y="14040"/>
            <a:ext cx="1480320" cy="1108800"/>
          </a:xfrm>
          <a:prstGeom prst="rect">
            <a:avLst/>
          </a:prstGeom>
          <a:ln>
            <a:noFill/>
          </a:ln>
        </p:spPr>
      </p:pic>
      <p:sp>
        <p:nvSpPr>
          <p:cNvPr id="89" name="CustomShape 2"/>
          <p:cNvSpPr/>
          <p:nvPr/>
        </p:nvSpPr>
        <p:spPr>
          <a:xfrm>
            <a:off x="1153440" y="44640"/>
            <a:ext cx="10070280" cy="1460160"/>
          </a:xfrm>
          <a:prstGeom prst="rect">
            <a:avLst/>
          </a:prstGeom>
          <a:noFill/>
          <a:ln>
            <a:noFill/>
          </a:ln>
        </p:spPr>
        <p:style>
          <a:lnRef idx="0"/>
          <a:fillRef idx="0"/>
          <a:effectRef idx="0"/>
          <a:fontRef idx="minor"/>
        </p:style>
        <p:txBody>
          <a:bodyPr lIns="90000" rIns="90000" tIns="45000" bIns="45000" anchor="ctr">
            <a:normAutofit/>
          </a:bodyPr>
          <a:p>
            <a:pPr algn="ctr">
              <a:lnSpc>
                <a:spcPct val="90000"/>
              </a:lnSpc>
            </a:pPr>
            <a:r>
              <a:rPr b="1" lang="en-US" sz="2400" spc="-1" strike="noStrike">
                <a:solidFill>
                  <a:srgbClr val="000000"/>
                </a:solidFill>
                <a:latin typeface="Arial Black"/>
                <a:ea typeface="DejaVu Sans"/>
              </a:rPr>
              <a:t>Dhole Patil Education Society’s</a:t>
            </a:r>
            <a:br/>
            <a:r>
              <a:rPr b="1" lang="en-US" sz="3100" spc="-1" strike="noStrike">
                <a:solidFill>
                  <a:srgbClr val="000000"/>
                </a:solidFill>
                <a:latin typeface="Arial Black"/>
                <a:ea typeface="DejaVu Sans"/>
              </a:rPr>
              <a:t>Dhole Patil College of Engineering, Pune </a:t>
            </a:r>
            <a:endParaRPr b="0" lang="en-US" sz="31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CustomShape 1"/>
          <p:cNvSpPr/>
          <p:nvPr/>
        </p:nvSpPr>
        <p:spPr>
          <a:xfrm>
            <a:off x="1097280" y="1804680"/>
            <a:ext cx="9944640" cy="4964400"/>
          </a:xfrm>
          <a:prstGeom prst="rect">
            <a:avLst/>
          </a:prstGeom>
          <a:noFill/>
          <a:ln>
            <a:noFill/>
          </a:ln>
        </p:spPr>
        <p:style>
          <a:lnRef idx="0"/>
          <a:fillRef idx="0"/>
          <a:effectRef idx="0"/>
          <a:fontRef idx="minor"/>
        </p:style>
        <p:txBody>
          <a:bodyPr lIns="90000" rIns="90000" tIns="45000" bIns="45000">
            <a:normAutofit fontScale="47000"/>
          </a:bodyPr>
          <a:p>
            <a:pPr marL="457200" indent="-456120" algn="just">
              <a:lnSpc>
                <a:spcPct val="120000"/>
              </a:lnSpc>
              <a:spcBef>
                <a:spcPts val="714"/>
              </a:spcBef>
              <a:buClr>
                <a:srgbClr val="000000"/>
              </a:buClr>
              <a:buFont typeface="Arial"/>
              <a:buChar char="•"/>
            </a:pPr>
            <a:r>
              <a:rPr b="1" lang="en-US" sz="3200" spc="-1" strike="noStrike">
                <a:solidFill>
                  <a:srgbClr val="000000"/>
                </a:solidFill>
                <a:latin typeface="Times New Roman"/>
                <a:ea typeface="DejaVu Sans"/>
              </a:rPr>
              <a:t>Project Objective: </a:t>
            </a:r>
            <a:r>
              <a:rPr b="0" lang="en-US" sz="3200" spc="-1" strike="noStrike">
                <a:solidFill>
                  <a:srgbClr val="000000"/>
                </a:solidFill>
                <a:latin typeface="Times New Roman"/>
                <a:ea typeface="DejaVu Sans"/>
              </a:rPr>
              <a:t>This project focuses on the design and development of a fog-based animal intrusion alert and field monitoring system aimed at protecting crops, reducing farmer losses, and ensuring efficient farm surveillance.</a:t>
            </a:r>
            <a:endParaRPr b="0" lang="en-US" sz="3200" spc="-1" strike="noStrike">
              <a:latin typeface="Arial"/>
            </a:endParaRPr>
          </a:p>
          <a:p>
            <a:pPr marL="457200" indent="-456120" algn="just">
              <a:lnSpc>
                <a:spcPct val="120000"/>
              </a:lnSpc>
              <a:spcBef>
                <a:spcPts val="714"/>
              </a:spcBef>
              <a:buClr>
                <a:srgbClr val="000000"/>
              </a:buClr>
              <a:buFont typeface="Arial"/>
              <a:buChar char="•"/>
            </a:pPr>
            <a:r>
              <a:rPr b="1" lang="en-US" sz="3200" spc="-1" strike="noStrike">
                <a:solidFill>
                  <a:srgbClr val="000000"/>
                </a:solidFill>
                <a:latin typeface="Arial"/>
                <a:ea typeface="Microsoft YaHei"/>
              </a:rPr>
              <a:t>Technology Used: </a:t>
            </a:r>
            <a:r>
              <a:rPr b="0" lang="en-US" sz="2800" spc="-1" strike="noStrike">
                <a:solidFill>
                  <a:srgbClr val="000000"/>
                </a:solidFill>
                <a:latin typeface="Arial"/>
                <a:ea typeface="Microsoft YaHei"/>
              </a:rPr>
              <a:t>The system uses Raspberry Pi, PIR and ultrasonic sensors, Pi </a:t>
            </a:r>
            <a:r>
              <a:rPr b="0" lang="en-US" sz="2600" spc="-1" strike="noStrike">
                <a:solidFill>
                  <a:srgbClr val="000000"/>
                </a:solidFill>
                <a:latin typeface="Arial"/>
                <a:ea typeface="Microsoft YaHei"/>
              </a:rPr>
              <a:t>Camera, TensorFlow Lite, GSM/LoRa</a:t>
            </a:r>
            <a:r>
              <a:rPr b="0" lang="en-US" sz="2800" spc="-1" strike="noStrike">
                <a:solidFill>
                  <a:srgbClr val="000000"/>
                </a:solidFill>
                <a:latin typeface="Arial"/>
                <a:ea typeface="Microsoft YaHei"/>
              </a:rPr>
              <a:t> modules, and solar power for reliable operation in remote areas.</a:t>
            </a:r>
            <a:endParaRPr b="0" lang="en-US" sz="2800" spc="-1" strike="noStrike">
              <a:latin typeface="Arial"/>
            </a:endParaRPr>
          </a:p>
          <a:p>
            <a:pPr marL="457200" indent="-456120" algn="just">
              <a:lnSpc>
                <a:spcPct val="120000"/>
              </a:lnSpc>
              <a:spcBef>
                <a:spcPts val="714"/>
              </a:spcBef>
              <a:buClr>
                <a:srgbClr val="000000"/>
              </a:buClr>
              <a:buFont typeface="Arial"/>
              <a:buChar char="•"/>
            </a:pPr>
            <a:r>
              <a:rPr b="1" lang="en-US" sz="3200" spc="-1" strike="noStrike">
                <a:solidFill>
                  <a:srgbClr val="000000"/>
                </a:solidFill>
                <a:latin typeface="Arial"/>
                <a:ea typeface="Microsoft YaHei"/>
              </a:rPr>
              <a:t>Key Features: </a:t>
            </a:r>
            <a:r>
              <a:rPr b="0" lang="en-US" sz="2800" spc="-1" strike="noStrike">
                <a:solidFill>
                  <a:srgbClr val="000000"/>
                </a:solidFill>
                <a:latin typeface="Arial"/>
                <a:ea typeface="Microsoft YaHei"/>
              </a:rPr>
              <a:t>Automatically detect animal intrusion in farm fields. Classify animals using AI (TensorFlow Lite)..</a:t>
            </a:r>
            <a:endParaRPr b="0" lang="en-US" sz="2800" spc="-1" strike="noStrike">
              <a:latin typeface="Arial"/>
            </a:endParaRPr>
          </a:p>
          <a:p>
            <a:pPr marL="457200" indent="-456120" algn="just">
              <a:lnSpc>
                <a:spcPct val="120000"/>
              </a:lnSpc>
              <a:spcBef>
                <a:spcPts val="714"/>
              </a:spcBef>
              <a:buClr>
                <a:srgbClr val="000000"/>
              </a:buClr>
              <a:buFont typeface="Arial"/>
              <a:buChar char="•"/>
            </a:pPr>
            <a:r>
              <a:rPr b="1" lang="en-US" sz="3200" spc="-1" strike="noStrike">
                <a:solidFill>
                  <a:srgbClr val="000000"/>
                </a:solidFill>
                <a:latin typeface="Arial"/>
                <a:ea typeface="Microsoft YaHei"/>
              </a:rPr>
              <a:t>Goal: </a:t>
            </a:r>
            <a:r>
              <a:rPr b="0" lang="en-US" sz="2800" spc="-1" strike="noStrike">
                <a:solidFill>
                  <a:srgbClr val="000000"/>
                </a:solidFill>
                <a:latin typeface="Arial"/>
                <a:ea typeface="Microsoft YaHei"/>
              </a:rPr>
              <a:t>Develop a cost-effective, energy-efficient, and scalable smart agriculture solution that minimizes crop damage and provides real-time protection and monitoring for farmers.</a:t>
            </a:r>
            <a:endParaRPr b="0" lang="en-US" sz="2800" spc="-1" strike="noStrike">
              <a:latin typeface="Arial"/>
            </a:endParaRPr>
          </a:p>
          <a:p>
            <a:pPr>
              <a:lnSpc>
                <a:spcPct val="90000"/>
              </a:lnSpc>
              <a:spcBef>
                <a:spcPts val="714"/>
              </a:spcBef>
            </a:pPr>
            <a:endParaRPr b="0" lang="en-US" sz="2800" spc="-1" strike="noStrike">
              <a:latin typeface="Arial"/>
            </a:endParaRPr>
          </a:p>
          <a:p>
            <a:pPr>
              <a:lnSpc>
                <a:spcPct val="90000"/>
              </a:lnSpc>
              <a:spcBef>
                <a:spcPts val="714"/>
              </a:spcBef>
            </a:pPr>
            <a:endParaRPr b="0" lang="en-US" sz="2800" spc="-1" strike="noStrike">
              <a:latin typeface="Arial"/>
            </a:endParaRPr>
          </a:p>
          <a:p>
            <a:pPr algn="ctr">
              <a:lnSpc>
                <a:spcPct val="90000"/>
              </a:lnSpc>
              <a:spcBef>
                <a:spcPts val="714"/>
              </a:spcBef>
            </a:pPr>
            <a:endParaRPr b="0" lang="en-US" sz="2800" spc="-1" strike="noStrike">
              <a:latin typeface="Arial"/>
            </a:endParaRPr>
          </a:p>
        </p:txBody>
      </p:sp>
      <p:pic>
        <p:nvPicPr>
          <p:cNvPr id="91" name="Picture 3" descr=""/>
          <p:cNvPicPr/>
          <p:nvPr/>
        </p:nvPicPr>
        <p:blipFill>
          <a:blip r:embed="rId1"/>
          <a:stretch/>
        </p:blipFill>
        <p:spPr>
          <a:xfrm>
            <a:off x="191520" y="14040"/>
            <a:ext cx="1270800" cy="1078200"/>
          </a:xfrm>
          <a:prstGeom prst="rect">
            <a:avLst/>
          </a:prstGeom>
          <a:ln>
            <a:noFill/>
          </a:ln>
        </p:spPr>
      </p:pic>
      <p:pic>
        <p:nvPicPr>
          <p:cNvPr id="92" name="Picture 4" descr=""/>
          <p:cNvPicPr/>
          <p:nvPr/>
        </p:nvPicPr>
        <p:blipFill>
          <a:blip r:embed="rId2"/>
          <a:stretch/>
        </p:blipFill>
        <p:spPr>
          <a:xfrm>
            <a:off x="10710720" y="14040"/>
            <a:ext cx="1480320" cy="1108800"/>
          </a:xfrm>
          <a:prstGeom prst="rect">
            <a:avLst/>
          </a:prstGeom>
          <a:ln>
            <a:noFill/>
          </a:ln>
        </p:spPr>
      </p:pic>
      <p:sp>
        <p:nvSpPr>
          <p:cNvPr id="93" name="CustomShape 2"/>
          <p:cNvSpPr/>
          <p:nvPr/>
        </p:nvSpPr>
        <p:spPr>
          <a:xfrm>
            <a:off x="4524480" y="1287720"/>
            <a:ext cx="3142440" cy="51660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800" spc="-1" strike="noStrike" u="sng">
                <a:solidFill>
                  <a:srgbClr val="000000"/>
                </a:solidFill>
                <a:uFillTx/>
                <a:latin typeface="Times New Roman"/>
                <a:ea typeface="DejaVu Sans"/>
              </a:rPr>
              <a:t>INTRODUCTION</a:t>
            </a:r>
            <a:endParaRPr b="0" lang="en-US" sz="2800" spc="-1" strike="noStrike">
              <a:latin typeface="Arial"/>
            </a:endParaRPr>
          </a:p>
        </p:txBody>
      </p:sp>
      <p:sp>
        <p:nvSpPr>
          <p:cNvPr id="94" name="CustomShape 3"/>
          <p:cNvSpPr/>
          <p:nvPr/>
        </p:nvSpPr>
        <p:spPr>
          <a:xfrm>
            <a:off x="1153440" y="44640"/>
            <a:ext cx="10070280" cy="1460160"/>
          </a:xfrm>
          <a:prstGeom prst="rect">
            <a:avLst/>
          </a:prstGeom>
          <a:noFill/>
          <a:ln>
            <a:noFill/>
          </a:ln>
        </p:spPr>
        <p:style>
          <a:lnRef idx="0"/>
          <a:fillRef idx="0"/>
          <a:effectRef idx="0"/>
          <a:fontRef idx="minor"/>
        </p:style>
        <p:txBody>
          <a:bodyPr lIns="90000" rIns="90000" tIns="45000" bIns="45000" anchor="ctr">
            <a:normAutofit/>
          </a:bodyPr>
          <a:p>
            <a:pPr algn="ctr">
              <a:lnSpc>
                <a:spcPct val="90000"/>
              </a:lnSpc>
            </a:pPr>
            <a:r>
              <a:rPr b="1" lang="en-US" sz="2400" spc="-1" strike="noStrike">
                <a:solidFill>
                  <a:srgbClr val="000000"/>
                </a:solidFill>
                <a:latin typeface="Arial Black"/>
                <a:ea typeface="DejaVu Sans"/>
              </a:rPr>
              <a:t>Dhole Patil Education Society’s</a:t>
            </a:r>
            <a:br/>
            <a:r>
              <a:rPr b="1" lang="en-US" sz="3100" spc="-1" strike="noStrike">
                <a:solidFill>
                  <a:srgbClr val="000000"/>
                </a:solidFill>
                <a:latin typeface="Arial Black"/>
                <a:ea typeface="DejaVu Sans"/>
              </a:rPr>
              <a:t>Dhole Patil College of Engineering, Pune </a:t>
            </a:r>
            <a:endParaRPr b="0" lang="en-US" sz="31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CustomShape 1"/>
          <p:cNvSpPr/>
          <p:nvPr/>
        </p:nvSpPr>
        <p:spPr>
          <a:xfrm>
            <a:off x="1279080" y="2388240"/>
            <a:ext cx="9944640" cy="4964400"/>
          </a:xfrm>
          <a:prstGeom prst="rect">
            <a:avLst/>
          </a:prstGeom>
          <a:noFill/>
          <a:ln>
            <a:noFill/>
          </a:ln>
        </p:spPr>
        <p:style>
          <a:lnRef idx="0"/>
          <a:fillRef idx="0"/>
          <a:effectRef idx="0"/>
          <a:fontRef idx="minor"/>
        </p:style>
        <p:txBody>
          <a:bodyPr lIns="90000" rIns="90000" tIns="45000" bIns="45000">
            <a:normAutofit/>
          </a:bodyPr>
          <a:p>
            <a:pPr marL="457200" indent="-456120" algn="just">
              <a:lnSpc>
                <a:spcPct val="100000"/>
              </a:lnSpc>
              <a:spcBef>
                <a:spcPts val="1414"/>
              </a:spcBef>
              <a:buClr>
                <a:srgbClr val="000000"/>
              </a:buClr>
              <a:buFont typeface="Arial"/>
              <a:buChar char="•"/>
            </a:pPr>
            <a:r>
              <a:rPr b="0" lang="en-US" sz="2400" spc="-1" strike="noStrike">
                <a:solidFill>
                  <a:srgbClr val="000000"/>
                </a:solidFill>
                <a:latin typeface="Calibri"/>
                <a:ea typeface="DejaVu Sans"/>
              </a:rPr>
              <a:t>In rural and remote areas, there is a frequent issue of unauthorized intrusion by animals or strangers into farmland, restricted zones, or property boundaries. Traditional surveillance systems like CCTV require constant human monitoring and often fail at night or in poor weather conditions. Additionally, most systems lack real-time alerts, long-range communication, or automated threat detection.</a:t>
            </a:r>
            <a:endParaRPr b="0" lang="en-US" sz="2400" spc="-1" strike="noStrike">
              <a:latin typeface="Arial"/>
            </a:endParaRPr>
          </a:p>
          <a:p>
            <a:pPr>
              <a:lnSpc>
                <a:spcPct val="90000"/>
              </a:lnSpc>
              <a:spcBef>
                <a:spcPts val="714"/>
              </a:spcBef>
            </a:pPr>
            <a:endParaRPr b="0" lang="en-US" sz="2400" spc="-1" strike="noStrike">
              <a:latin typeface="Arial"/>
            </a:endParaRPr>
          </a:p>
          <a:p>
            <a:pPr>
              <a:lnSpc>
                <a:spcPct val="90000"/>
              </a:lnSpc>
              <a:spcBef>
                <a:spcPts val="714"/>
              </a:spcBef>
            </a:pPr>
            <a:endParaRPr b="0" lang="en-US" sz="2400" spc="-1" strike="noStrike">
              <a:latin typeface="Arial"/>
            </a:endParaRPr>
          </a:p>
          <a:p>
            <a:pPr algn="ctr">
              <a:lnSpc>
                <a:spcPct val="90000"/>
              </a:lnSpc>
              <a:spcBef>
                <a:spcPts val="714"/>
              </a:spcBef>
            </a:pPr>
            <a:endParaRPr b="0" lang="en-US" sz="2400" spc="-1" strike="noStrike">
              <a:latin typeface="Arial"/>
            </a:endParaRPr>
          </a:p>
        </p:txBody>
      </p:sp>
      <p:pic>
        <p:nvPicPr>
          <p:cNvPr id="96" name="Picture 3" descr=""/>
          <p:cNvPicPr/>
          <p:nvPr/>
        </p:nvPicPr>
        <p:blipFill>
          <a:blip r:embed="rId1"/>
          <a:stretch/>
        </p:blipFill>
        <p:spPr>
          <a:xfrm>
            <a:off x="191520" y="14040"/>
            <a:ext cx="1270800" cy="1078200"/>
          </a:xfrm>
          <a:prstGeom prst="rect">
            <a:avLst/>
          </a:prstGeom>
          <a:ln>
            <a:noFill/>
          </a:ln>
        </p:spPr>
      </p:pic>
      <p:pic>
        <p:nvPicPr>
          <p:cNvPr id="97" name="Picture 4" descr=""/>
          <p:cNvPicPr/>
          <p:nvPr/>
        </p:nvPicPr>
        <p:blipFill>
          <a:blip r:embed="rId2"/>
          <a:stretch/>
        </p:blipFill>
        <p:spPr>
          <a:xfrm>
            <a:off x="10710720" y="14040"/>
            <a:ext cx="1480320" cy="1108800"/>
          </a:xfrm>
          <a:prstGeom prst="rect">
            <a:avLst/>
          </a:prstGeom>
          <a:ln>
            <a:noFill/>
          </a:ln>
        </p:spPr>
      </p:pic>
      <p:sp>
        <p:nvSpPr>
          <p:cNvPr id="98" name="CustomShape 2"/>
          <p:cNvSpPr/>
          <p:nvPr/>
        </p:nvSpPr>
        <p:spPr>
          <a:xfrm>
            <a:off x="4426200" y="1359360"/>
            <a:ext cx="3339000" cy="6994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4000" spc="-12" strike="noStrike">
                <a:solidFill>
                  <a:srgbClr val="000000"/>
                </a:solidFill>
                <a:latin typeface="Calibri"/>
                <a:ea typeface="DejaVu Sans"/>
              </a:rPr>
              <a:t> </a:t>
            </a:r>
            <a:r>
              <a:rPr b="1" lang="en-US" sz="2800" spc="-1" strike="noStrike" u="sng">
                <a:solidFill>
                  <a:srgbClr val="000000"/>
                </a:solidFill>
                <a:uFillTx/>
                <a:latin typeface="Times New Roman"/>
                <a:ea typeface="DejaVu Sans"/>
              </a:rPr>
              <a:t>Problem Statement</a:t>
            </a:r>
            <a:endParaRPr b="0" lang="en-US" sz="2800" spc="-1" strike="noStrike">
              <a:latin typeface="Arial"/>
            </a:endParaRPr>
          </a:p>
        </p:txBody>
      </p:sp>
      <p:sp>
        <p:nvSpPr>
          <p:cNvPr id="99" name="CustomShape 3"/>
          <p:cNvSpPr/>
          <p:nvPr/>
        </p:nvSpPr>
        <p:spPr>
          <a:xfrm>
            <a:off x="1153440" y="44640"/>
            <a:ext cx="10070280" cy="1460160"/>
          </a:xfrm>
          <a:prstGeom prst="rect">
            <a:avLst/>
          </a:prstGeom>
          <a:noFill/>
          <a:ln>
            <a:noFill/>
          </a:ln>
        </p:spPr>
        <p:style>
          <a:lnRef idx="0"/>
          <a:fillRef idx="0"/>
          <a:effectRef idx="0"/>
          <a:fontRef idx="minor"/>
        </p:style>
        <p:txBody>
          <a:bodyPr lIns="90000" rIns="90000" tIns="45000" bIns="45000" anchor="ctr">
            <a:normAutofit/>
          </a:bodyPr>
          <a:p>
            <a:pPr algn="ctr">
              <a:lnSpc>
                <a:spcPct val="90000"/>
              </a:lnSpc>
            </a:pPr>
            <a:r>
              <a:rPr b="1" lang="en-US" sz="2400" spc="-1" strike="noStrike">
                <a:solidFill>
                  <a:srgbClr val="000000"/>
                </a:solidFill>
                <a:latin typeface="Arial Black"/>
                <a:ea typeface="DejaVu Sans"/>
              </a:rPr>
              <a:t>Dhole Patil Education Society’s</a:t>
            </a:r>
            <a:br/>
            <a:r>
              <a:rPr b="1" lang="en-US" sz="3100" spc="-1" strike="noStrike">
                <a:solidFill>
                  <a:srgbClr val="000000"/>
                </a:solidFill>
                <a:latin typeface="Arial Black"/>
                <a:ea typeface="DejaVu Sans"/>
              </a:rPr>
              <a:t>Dhole Patil College of Engineering, Pune </a:t>
            </a:r>
            <a:endParaRPr b="0" lang="en-US" sz="31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CustomShape 1"/>
          <p:cNvSpPr/>
          <p:nvPr/>
        </p:nvSpPr>
        <p:spPr>
          <a:xfrm>
            <a:off x="1463040" y="0"/>
            <a:ext cx="9187200" cy="1390320"/>
          </a:xfrm>
          <a:prstGeom prst="rect">
            <a:avLst/>
          </a:prstGeom>
          <a:noFill/>
          <a:ln>
            <a:noFill/>
          </a:ln>
        </p:spPr>
        <p:style>
          <a:lnRef idx="0"/>
          <a:fillRef idx="0"/>
          <a:effectRef idx="0"/>
          <a:fontRef idx="minor"/>
        </p:style>
        <p:txBody>
          <a:bodyPr lIns="90000" rIns="90000" tIns="45000" bIns="45000" anchor="ctr">
            <a:normAutofit/>
          </a:bodyPr>
          <a:p>
            <a:pPr algn="ctr">
              <a:lnSpc>
                <a:spcPct val="90000"/>
              </a:lnSpc>
            </a:pPr>
            <a:r>
              <a:rPr b="1" lang="en-US" sz="3100" spc="-1" strike="noStrike">
                <a:solidFill>
                  <a:srgbClr val="000000"/>
                </a:solidFill>
                <a:latin typeface="Arial Black"/>
                <a:ea typeface="DejaVu Sans"/>
              </a:rPr>
              <a:t>Dhole Patil Education Society’s</a:t>
            </a:r>
            <a:br/>
            <a:r>
              <a:rPr b="1" lang="en-US" sz="3100" spc="-1" strike="noStrike">
                <a:solidFill>
                  <a:srgbClr val="000000"/>
                </a:solidFill>
                <a:latin typeface="Arial Black"/>
                <a:ea typeface="DejaVu Sans"/>
              </a:rPr>
              <a:t>Dhole Patil College of Engineering, Pune </a:t>
            </a:r>
            <a:endParaRPr b="0" lang="en-US" sz="3100" spc="-1" strike="noStrike">
              <a:latin typeface="Arial"/>
            </a:endParaRPr>
          </a:p>
        </p:txBody>
      </p:sp>
      <p:pic>
        <p:nvPicPr>
          <p:cNvPr id="101" name="Picture 3" descr=""/>
          <p:cNvPicPr/>
          <p:nvPr/>
        </p:nvPicPr>
        <p:blipFill>
          <a:blip r:embed="rId1"/>
          <a:stretch/>
        </p:blipFill>
        <p:spPr>
          <a:xfrm>
            <a:off x="191520" y="44640"/>
            <a:ext cx="1270800" cy="1078200"/>
          </a:xfrm>
          <a:prstGeom prst="rect">
            <a:avLst/>
          </a:prstGeom>
          <a:ln>
            <a:noFill/>
          </a:ln>
        </p:spPr>
      </p:pic>
      <p:pic>
        <p:nvPicPr>
          <p:cNvPr id="102" name="Picture 5" descr=""/>
          <p:cNvPicPr/>
          <p:nvPr/>
        </p:nvPicPr>
        <p:blipFill>
          <a:blip r:embed="rId2"/>
          <a:stretch/>
        </p:blipFill>
        <p:spPr>
          <a:xfrm>
            <a:off x="10710720" y="14040"/>
            <a:ext cx="1480320" cy="1108800"/>
          </a:xfrm>
          <a:prstGeom prst="rect">
            <a:avLst/>
          </a:prstGeom>
          <a:ln>
            <a:noFill/>
          </a:ln>
        </p:spPr>
      </p:pic>
      <p:sp>
        <p:nvSpPr>
          <p:cNvPr id="103" name="CustomShape 2"/>
          <p:cNvSpPr/>
          <p:nvPr/>
        </p:nvSpPr>
        <p:spPr>
          <a:xfrm>
            <a:off x="4114800" y="1391040"/>
            <a:ext cx="3596400" cy="51660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2800" spc="-1" strike="noStrike" u="sng">
                <a:solidFill>
                  <a:srgbClr val="000000"/>
                </a:solidFill>
                <a:uFillTx/>
                <a:latin typeface="Times New Roman"/>
                <a:ea typeface="DejaVu Sans"/>
              </a:rPr>
              <a:t>ABSTRACT</a:t>
            </a:r>
            <a:endParaRPr b="0" lang="en-US" sz="2800" spc="-1" strike="noStrike">
              <a:latin typeface="Arial"/>
            </a:endParaRPr>
          </a:p>
        </p:txBody>
      </p:sp>
      <p:sp>
        <p:nvSpPr>
          <p:cNvPr id="104" name="CustomShape 3"/>
          <p:cNvSpPr/>
          <p:nvPr/>
        </p:nvSpPr>
        <p:spPr>
          <a:xfrm>
            <a:off x="1188720" y="2194560"/>
            <a:ext cx="10149480" cy="3106800"/>
          </a:xfrm>
          <a:prstGeom prst="rect">
            <a:avLst/>
          </a:prstGeom>
          <a:noFill/>
          <a:ln>
            <a:noFill/>
          </a:ln>
        </p:spPr>
        <p:style>
          <a:lnRef idx="0"/>
          <a:fillRef idx="0"/>
          <a:effectRef idx="0"/>
          <a:fontRef idx="minor"/>
        </p:style>
        <p:txBody>
          <a:bodyPr lIns="90000" rIns="90000" tIns="45000" bIns="45000">
            <a:spAutoFit/>
          </a:bodyPr>
          <a:p>
            <a:pPr algn="just">
              <a:lnSpc>
                <a:spcPct val="100000"/>
              </a:lnSpc>
            </a:pPr>
            <a:r>
              <a:rPr b="0" lang="en-US" sz="2200" spc="-1" strike="noStrike">
                <a:solidFill>
                  <a:srgbClr val="000000"/>
                </a:solidFill>
                <a:latin typeface="Arial"/>
                <a:ea typeface="DejaVu Sans"/>
              </a:rPr>
              <a:t>Agricultural fields in rural areas often suffer heavy crop losses due to animal intrusion. Traditional methods like fencing or manual guarding are labor-intensive, unreliable, and costly.This project proposes a fog-based animal intrusion alert and field monitoring system using Raspberry Pi, PIR sensors, ultrasonic sensors, and Pi Camera integrated with AI-based image classification (TensorFlow Lite). The system detects animal movement, identifies the type of intruder, and sends real-time alerts via GSM/LoRa to farmers. Additionally, a buzzer/LED deterrent and optional local audio alerts are triggered to protect the crops.</a:t>
            </a:r>
            <a:endParaRPr b="0" lang="en-US" sz="22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CustomShape 1"/>
          <p:cNvSpPr/>
          <p:nvPr/>
        </p:nvSpPr>
        <p:spPr>
          <a:xfrm>
            <a:off x="1677240" y="297720"/>
            <a:ext cx="9032760" cy="735480"/>
          </a:xfrm>
          <a:prstGeom prst="rect">
            <a:avLst/>
          </a:prstGeom>
          <a:noFill/>
          <a:ln>
            <a:noFill/>
          </a:ln>
        </p:spPr>
        <p:style>
          <a:lnRef idx="0"/>
          <a:fillRef idx="0"/>
          <a:effectRef idx="0"/>
          <a:fontRef idx="minor"/>
        </p:style>
        <p:txBody>
          <a:bodyPr lIns="90000" rIns="90000" tIns="45000" bIns="45000" anchor="ctr">
            <a:noAutofit/>
          </a:bodyPr>
          <a:p>
            <a:pPr>
              <a:lnSpc>
                <a:spcPct val="90000"/>
              </a:lnSpc>
            </a:pPr>
            <a:r>
              <a:rPr b="1" lang="en-US" sz="3100" spc="-1" strike="noStrike">
                <a:solidFill>
                  <a:srgbClr val="000000"/>
                </a:solidFill>
                <a:latin typeface="Arial Black"/>
                <a:ea typeface="DejaVu Sans"/>
              </a:rPr>
              <a:t>          </a:t>
            </a:r>
            <a:r>
              <a:rPr b="1" lang="en-US" sz="3100" spc="-1" strike="noStrike">
                <a:solidFill>
                  <a:srgbClr val="000000"/>
                </a:solidFill>
                <a:latin typeface="Arial Black"/>
                <a:ea typeface="DejaVu Sans"/>
              </a:rPr>
              <a:t>Dhole Patil Education Society’s</a:t>
            </a:r>
            <a:br/>
            <a:r>
              <a:rPr b="1" lang="en-US" sz="3100" spc="-1" strike="noStrike">
                <a:solidFill>
                  <a:srgbClr val="000000"/>
                </a:solidFill>
                <a:latin typeface="Arial Black"/>
                <a:ea typeface="DejaVu Sans"/>
              </a:rPr>
              <a:t> Dhole Patil College of Engineering, Pune </a:t>
            </a:r>
            <a:endParaRPr b="0" lang="en-US" sz="3100" spc="-1" strike="noStrike">
              <a:latin typeface="Arial"/>
            </a:endParaRPr>
          </a:p>
        </p:txBody>
      </p:sp>
      <p:pic>
        <p:nvPicPr>
          <p:cNvPr id="106" name="Content Placeholder 3" descr=""/>
          <p:cNvPicPr/>
          <p:nvPr/>
        </p:nvPicPr>
        <p:blipFill>
          <a:blip r:embed="rId1"/>
          <a:stretch/>
        </p:blipFill>
        <p:spPr>
          <a:xfrm>
            <a:off x="208440" y="141480"/>
            <a:ext cx="1273320" cy="1078200"/>
          </a:xfrm>
          <a:prstGeom prst="rect">
            <a:avLst/>
          </a:prstGeom>
          <a:ln>
            <a:noFill/>
          </a:ln>
        </p:spPr>
      </p:pic>
      <p:pic>
        <p:nvPicPr>
          <p:cNvPr id="107" name="Picture 4" descr=""/>
          <p:cNvPicPr/>
          <p:nvPr/>
        </p:nvPicPr>
        <p:blipFill>
          <a:blip r:embed="rId2"/>
          <a:stretch/>
        </p:blipFill>
        <p:spPr>
          <a:xfrm>
            <a:off x="10710720" y="110880"/>
            <a:ext cx="1480680" cy="1108800"/>
          </a:xfrm>
          <a:prstGeom prst="rect">
            <a:avLst/>
          </a:prstGeom>
          <a:ln>
            <a:noFill/>
          </a:ln>
        </p:spPr>
      </p:pic>
      <p:sp>
        <p:nvSpPr>
          <p:cNvPr id="108" name="CustomShape 2"/>
          <p:cNvSpPr/>
          <p:nvPr/>
        </p:nvSpPr>
        <p:spPr>
          <a:xfrm>
            <a:off x="3633480" y="1220040"/>
            <a:ext cx="4610160" cy="638280"/>
          </a:xfrm>
          <a:prstGeom prst="rect">
            <a:avLst/>
          </a:prstGeom>
          <a:ln>
            <a:solidFill>
              <a:schemeClr val="bg1"/>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pPr>
            <a:r>
              <a:rPr b="1" lang="en-US" sz="1800" spc="-1" strike="noStrike" u="sng">
                <a:solidFill>
                  <a:srgbClr val="000000"/>
                </a:solidFill>
                <a:uFillTx/>
                <a:latin typeface="Times New Roman"/>
                <a:ea typeface="DejaVu Sans"/>
              </a:rPr>
              <a:t> </a:t>
            </a:r>
            <a:r>
              <a:rPr b="1" lang="en-US" sz="2800" spc="-1" strike="noStrike" u="sng">
                <a:solidFill>
                  <a:srgbClr val="000000"/>
                </a:solidFill>
                <a:uFillTx/>
                <a:latin typeface="Times New Roman"/>
                <a:ea typeface="DejaVu Sans"/>
              </a:rPr>
              <a:t>LITERATURE SURVEY</a:t>
            </a:r>
            <a:endParaRPr b="0" lang="en-US" sz="2800" spc="-1" strike="noStrike">
              <a:latin typeface="Arial"/>
            </a:endParaRPr>
          </a:p>
        </p:txBody>
      </p:sp>
      <p:sp>
        <p:nvSpPr>
          <p:cNvPr id="109" name="CustomShape 3"/>
          <p:cNvSpPr/>
          <p:nvPr/>
        </p:nvSpPr>
        <p:spPr>
          <a:xfrm>
            <a:off x="786600" y="2054880"/>
            <a:ext cx="10303560" cy="4101480"/>
          </a:xfrm>
          <a:prstGeom prst="rect">
            <a:avLst/>
          </a:prstGeom>
          <a:ln>
            <a:solidFill>
              <a:schemeClr val="bg1"/>
            </a:solidFill>
            <a:round/>
          </a:ln>
        </p:spPr>
        <p:style>
          <a:lnRef idx="2">
            <a:schemeClr val="accent6"/>
          </a:lnRef>
          <a:fillRef idx="1">
            <a:schemeClr val="lt1"/>
          </a:fillRef>
          <a:effectRef idx="0">
            <a:schemeClr val="accent6"/>
          </a:effectRef>
          <a:fontRef idx="minor"/>
        </p:style>
      </p:sp>
      <p:pic>
        <p:nvPicPr>
          <p:cNvPr id="110" name="table" descr=""/>
          <p:cNvPicPr/>
          <p:nvPr/>
        </p:nvPicPr>
        <p:blipFill>
          <a:blip r:embed="rId3"/>
          <a:stretch/>
        </p:blipFill>
        <p:spPr>
          <a:xfrm>
            <a:off x="1482120" y="2054880"/>
            <a:ext cx="9227880" cy="4244040"/>
          </a:xfrm>
          <a:prstGeom prst="rect">
            <a:avLst/>
          </a:prstGeom>
          <a:ln>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CustomShape 1"/>
          <p:cNvSpPr/>
          <p:nvPr/>
        </p:nvSpPr>
        <p:spPr>
          <a:xfrm>
            <a:off x="453240" y="191880"/>
            <a:ext cx="11352960" cy="941760"/>
          </a:xfrm>
          <a:prstGeom prst="rect">
            <a:avLst/>
          </a:prstGeom>
          <a:noFill/>
          <a:ln>
            <a:noFill/>
          </a:ln>
        </p:spPr>
        <p:style>
          <a:lnRef idx="0"/>
          <a:fillRef idx="0"/>
          <a:effectRef idx="0"/>
          <a:fontRef idx="minor"/>
        </p:style>
        <p:txBody>
          <a:bodyPr lIns="90000" rIns="90000" tIns="45000" bIns="45000" anchor="ctr">
            <a:normAutofit fontScale="78000"/>
          </a:bodyPr>
          <a:p>
            <a:pPr algn="ctr">
              <a:lnSpc>
                <a:spcPct val="90000"/>
              </a:lnSpc>
            </a:pPr>
            <a:r>
              <a:rPr b="1" lang="en-US" sz="3100" spc="-1" strike="noStrike">
                <a:solidFill>
                  <a:srgbClr val="000000"/>
                </a:solidFill>
                <a:latin typeface="Arial Black"/>
                <a:ea typeface="DejaVu Sans"/>
              </a:rPr>
              <a:t>Dhole Patil Education Society’s</a:t>
            </a:r>
            <a:br/>
            <a:r>
              <a:rPr b="1" lang="en-US" sz="3100" spc="-1" strike="noStrike">
                <a:solidFill>
                  <a:srgbClr val="000000"/>
                </a:solidFill>
                <a:latin typeface="Arial Black"/>
                <a:ea typeface="DejaVu Sans"/>
              </a:rPr>
              <a:t>Dhole Patil College of Engineering, Pune </a:t>
            </a:r>
            <a:endParaRPr b="0" lang="en-US" sz="3100" spc="-1" strike="noStrike">
              <a:latin typeface="Arial"/>
            </a:endParaRPr>
          </a:p>
        </p:txBody>
      </p:sp>
      <p:sp>
        <p:nvSpPr>
          <p:cNvPr id="112" name="CustomShape 2"/>
          <p:cNvSpPr/>
          <p:nvPr/>
        </p:nvSpPr>
        <p:spPr>
          <a:xfrm>
            <a:off x="2011680" y="1739160"/>
            <a:ext cx="8412120" cy="4844160"/>
          </a:xfrm>
          <a:prstGeom prst="rect">
            <a:avLst/>
          </a:prstGeom>
          <a:noFill/>
          <a:ln>
            <a:noFill/>
          </a:ln>
        </p:spPr>
        <p:style>
          <a:lnRef idx="0"/>
          <a:fillRef idx="0"/>
          <a:effectRef idx="0"/>
          <a:fontRef idx="minor"/>
        </p:style>
        <p:txBody>
          <a:bodyPr lIns="90000" rIns="90000" tIns="45000" bIns="45000">
            <a:normAutofit/>
          </a:bodyPr>
          <a:p>
            <a:pPr>
              <a:lnSpc>
                <a:spcPct val="100000"/>
              </a:lnSpc>
              <a:spcBef>
                <a:spcPts val="1001"/>
              </a:spcBef>
            </a:pPr>
            <a:endParaRPr b="0" lang="en-US" sz="1800" spc="-1" strike="noStrike">
              <a:latin typeface="Arial"/>
            </a:endParaRPr>
          </a:p>
          <a:p>
            <a:pPr>
              <a:lnSpc>
                <a:spcPct val="100000"/>
              </a:lnSpc>
              <a:spcBef>
                <a:spcPts val="1001"/>
              </a:spcBef>
            </a:pPr>
            <a:endParaRPr b="0" lang="en-US" sz="1800" spc="-1" strike="noStrike">
              <a:latin typeface="Arial"/>
            </a:endParaRPr>
          </a:p>
          <a:p>
            <a:pPr>
              <a:lnSpc>
                <a:spcPct val="100000"/>
              </a:lnSpc>
              <a:spcBef>
                <a:spcPts val="1001"/>
              </a:spcBef>
            </a:pPr>
            <a:endParaRPr b="0" lang="en-US" sz="1800" spc="-1" strike="noStrike">
              <a:latin typeface="Arial"/>
            </a:endParaRPr>
          </a:p>
          <a:p>
            <a:pPr>
              <a:lnSpc>
                <a:spcPct val="100000"/>
              </a:lnSpc>
              <a:spcBef>
                <a:spcPts val="1001"/>
              </a:spcBef>
            </a:pPr>
            <a:endParaRPr b="0" lang="en-US" sz="1800" spc="-1" strike="noStrike">
              <a:latin typeface="Arial"/>
            </a:endParaRPr>
          </a:p>
          <a:p>
            <a:pPr>
              <a:lnSpc>
                <a:spcPct val="100000"/>
              </a:lnSpc>
              <a:spcBef>
                <a:spcPts val="1001"/>
              </a:spcBef>
            </a:pPr>
            <a:endParaRPr b="0" lang="en-US" sz="1800" spc="-1" strike="noStrike">
              <a:latin typeface="Arial"/>
            </a:endParaRPr>
          </a:p>
          <a:p>
            <a:pPr>
              <a:lnSpc>
                <a:spcPct val="100000"/>
              </a:lnSpc>
              <a:spcBef>
                <a:spcPts val="1001"/>
              </a:spcBef>
            </a:pPr>
            <a:endParaRPr b="0" lang="en-US" sz="1800" spc="-1" strike="noStrike">
              <a:latin typeface="Arial"/>
            </a:endParaRPr>
          </a:p>
          <a:p>
            <a:pPr>
              <a:lnSpc>
                <a:spcPct val="100000"/>
              </a:lnSpc>
              <a:spcBef>
                <a:spcPts val="1001"/>
              </a:spcBef>
            </a:pPr>
            <a:endParaRPr b="0" lang="en-US" sz="1800" spc="-1" strike="noStrike">
              <a:latin typeface="Arial"/>
            </a:endParaRPr>
          </a:p>
          <a:p>
            <a:pPr>
              <a:lnSpc>
                <a:spcPct val="100000"/>
              </a:lnSpc>
              <a:spcBef>
                <a:spcPts val="1001"/>
              </a:spcBef>
            </a:pPr>
            <a:endParaRPr b="0" lang="en-US" sz="1800" spc="-1" strike="noStrike">
              <a:latin typeface="Arial"/>
            </a:endParaRPr>
          </a:p>
          <a:p>
            <a:pPr>
              <a:lnSpc>
                <a:spcPct val="100000"/>
              </a:lnSpc>
              <a:spcBef>
                <a:spcPts val="1001"/>
              </a:spcBef>
            </a:pPr>
            <a:endParaRPr b="0" lang="en-US" sz="1800" spc="-1" strike="noStrike">
              <a:latin typeface="Arial"/>
            </a:endParaRPr>
          </a:p>
        </p:txBody>
      </p:sp>
      <p:pic>
        <p:nvPicPr>
          <p:cNvPr id="113" name="Picture 3" descr=""/>
          <p:cNvPicPr/>
          <p:nvPr/>
        </p:nvPicPr>
        <p:blipFill>
          <a:blip r:embed="rId1"/>
          <a:stretch/>
        </p:blipFill>
        <p:spPr>
          <a:xfrm>
            <a:off x="191520" y="44640"/>
            <a:ext cx="1270800" cy="1078200"/>
          </a:xfrm>
          <a:prstGeom prst="rect">
            <a:avLst/>
          </a:prstGeom>
          <a:ln>
            <a:noFill/>
          </a:ln>
        </p:spPr>
      </p:pic>
      <p:pic>
        <p:nvPicPr>
          <p:cNvPr id="114" name="Picture 4" descr=""/>
          <p:cNvPicPr/>
          <p:nvPr/>
        </p:nvPicPr>
        <p:blipFill>
          <a:blip r:embed="rId2"/>
          <a:stretch/>
        </p:blipFill>
        <p:spPr>
          <a:xfrm>
            <a:off x="10710720" y="14040"/>
            <a:ext cx="1480320" cy="1108800"/>
          </a:xfrm>
          <a:prstGeom prst="rect">
            <a:avLst/>
          </a:prstGeom>
          <a:ln>
            <a:noFill/>
          </a:ln>
        </p:spPr>
      </p:pic>
      <p:sp>
        <p:nvSpPr>
          <p:cNvPr id="115" name="CustomShape 3"/>
          <p:cNvSpPr/>
          <p:nvPr/>
        </p:nvSpPr>
        <p:spPr>
          <a:xfrm>
            <a:off x="3855960" y="1157760"/>
            <a:ext cx="4062240" cy="6998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4000" spc="-1" strike="noStrike">
                <a:solidFill>
                  <a:srgbClr val="000000"/>
                </a:solidFill>
                <a:latin typeface="Calibri"/>
                <a:ea typeface="DejaVu Sans"/>
              </a:rPr>
              <a:t>       </a:t>
            </a:r>
            <a:r>
              <a:rPr b="0" lang="en-US" sz="4000" spc="-1" strike="noStrike" u="sng">
                <a:solidFill>
                  <a:srgbClr val="000000"/>
                </a:solidFill>
                <a:uFillTx/>
                <a:latin typeface="Calibri"/>
                <a:ea typeface="DejaVu Sans"/>
              </a:rPr>
              <a:t>Block Diagram</a:t>
            </a:r>
            <a:endParaRPr b="0" lang="en-US" sz="4000" spc="-1" strike="noStrike">
              <a:latin typeface="Arial"/>
            </a:endParaRPr>
          </a:p>
        </p:txBody>
      </p:sp>
      <p:pic>
        <p:nvPicPr>
          <p:cNvPr id="116" name="Picture 2" descr=""/>
          <p:cNvPicPr/>
          <p:nvPr/>
        </p:nvPicPr>
        <p:blipFill>
          <a:blip r:embed="rId3"/>
          <a:stretch/>
        </p:blipFill>
        <p:spPr>
          <a:xfrm>
            <a:off x="1462320" y="1885320"/>
            <a:ext cx="10286640" cy="4564080"/>
          </a:xfrm>
          <a:prstGeom prst="rect">
            <a:avLst/>
          </a:prstGeom>
          <a:ln>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CustomShape 1"/>
          <p:cNvSpPr/>
          <p:nvPr/>
        </p:nvSpPr>
        <p:spPr>
          <a:xfrm>
            <a:off x="453240" y="191880"/>
            <a:ext cx="11352960" cy="941760"/>
          </a:xfrm>
          <a:prstGeom prst="rect">
            <a:avLst/>
          </a:prstGeom>
          <a:noFill/>
          <a:ln>
            <a:noFill/>
          </a:ln>
        </p:spPr>
        <p:style>
          <a:lnRef idx="0"/>
          <a:fillRef idx="0"/>
          <a:effectRef idx="0"/>
          <a:fontRef idx="minor"/>
        </p:style>
        <p:txBody>
          <a:bodyPr lIns="90000" rIns="90000" tIns="45000" bIns="45000" anchor="ctr">
            <a:normAutofit fontScale="78000"/>
          </a:bodyPr>
          <a:p>
            <a:pPr algn="ctr">
              <a:lnSpc>
                <a:spcPct val="90000"/>
              </a:lnSpc>
            </a:pPr>
            <a:r>
              <a:rPr b="1" lang="en-US" sz="3100" spc="-1" strike="noStrike">
                <a:solidFill>
                  <a:srgbClr val="000000"/>
                </a:solidFill>
                <a:latin typeface="Arial Black"/>
                <a:ea typeface="DejaVu Sans"/>
              </a:rPr>
              <a:t>Dhole Patil Education Society’s</a:t>
            </a:r>
            <a:br/>
            <a:r>
              <a:rPr b="1" lang="en-US" sz="3100" spc="-1" strike="noStrike">
                <a:solidFill>
                  <a:srgbClr val="000000"/>
                </a:solidFill>
                <a:latin typeface="Arial Black"/>
                <a:ea typeface="DejaVu Sans"/>
              </a:rPr>
              <a:t>Dhole Patil College of Engineering, Pune </a:t>
            </a:r>
            <a:endParaRPr b="0" lang="en-US" sz="3100" spc="-1" strike="noStrike">
              <a:latin typeface="Arial"/>
            </a:endParaRPr>
          </a:p>
        </p:txBody>
      </p:sp>
      <p:sp>
        <p:nvSpPr>
          <p:cNvPr id="118" name="CustomShape 2"/>
          <p:cNvSpPr/>
          <p:nvPr/>
        </p:nvSpPr>
        <p:spPr>
          <a:xfrm>
            <a:off x="1371600" y="2194560"/>
            <a:ext cx="9783720" cy="4388760"/>
          </a:xfrm>
          <a:prstGeom prst="rect">
            <a:avLst/>
          </a:prstGeom>
          <a:noFill/>
          <a:ln>
            <a:noFill/>
          </a:ln>
        </p:spPr>
        <p:style>
          <a:lnRef idx="0"/>
          <a:fillRef idx="0"/>
          <a:effectRef idx="0"/>
          <a:fontRef idx="minor"/>
        </p:style>
        <p:txBody>
          <a:bodyPr lIns="90000" rIns="90000" tIns="45000" bIns="45000">
            <a:normAutofit/>
          </a:bodyPr>
          <a:p>
            <a:pPr marL="228600" indent="-227520">
              <a:lnSpc>
                <a:spcPct val="100000"/>
              </a:lnSpc>
              <a:spcBef>
                <a:spcPts val="434"/>
              </a:spcBef>
              <a:buClr>
                <a:srgbClr val="000000"/>
              </a:buClr>
              <a:buFont typeface="Arial"/>
              <a:buChar char="•"/>
            </a:pPr>
            <a:r>
              <a:rPr b="1" lang="en-US" sz="2400" spc="-1" strike="noStrike">
                <a:solidFill>
                  <a:srgbClr val="000000"/>
                </a:solidFill>
                <a:latin typeface="Times New Roman"/>
                <a:ea typeface="Microsoft YaHei"/>
              </a:rPr>
              <a:t>Microcontroller: </a:t>
            </a:r>
            <a:r>
              <a:rPr b="0" lang="en-US" sz="2400" spc="-1" strike="noStrike">
                <a:solidFill>
                  <a:srgbClr val="000000"/>
                </a:solidFill>
                <a:latin typeface="Times New Roman"/>
                <a:ea typeface="Microsoft YaHei"/>
              </a:rPr>
              <a:t>Raspberry Pi 4</a:t>
            </a:r>
            <a:endParaRPr b="0" lang="en-US" sz="2400" spc="-1" strike="noStrike">
              <a:latin typeface="Arial"/>
            </a:endParaRPr>
          </a:p>
          <a:p>
            <a:pPr marL="228600" indent="-227520">
              <a:lnSpc>
                <a:spcPct val="100000"/>
              </a:lnSpc>
              <a:spcBef>
                <a:spcPts val="434"/>
              </a:spcBef>
              <a:buClr>
                <a:srgbClr val="000000"/>
              </a:buClr>
              <a:buFont typeface="Arial"/>
              <a:buChar char="•"/>
            </a:pPr>
            <a:r>
              <a:rPr b="1" lang="en-US" sz="2400" spc="-1" strike="noStrike">
                <a:solidFill>
                  <a:srgbClr val="000000"/>
                </a:solidFill>
                <a:latin typeface="Times New Roman"/>
                <a:ea typeface="DejaVu Sans"/>
              </a:rPr>
              <a:t>Sensors: </a:t>
            </a:r>
            <a:r>
              <a:rPr b="0" lang="en-US" sz="2400" spc="-1" strike="noStrike">
                <a:solidFill>
                  <a:srgbClr val="000000"/>
                </a:solidFill>
                <a:latin typeface="Times New Roman"/>
                <a:ea typeface="DejaVu Sans"/>
              </a:rPr>
              <a:t>PIR Motion Sensor, Ultrasonic Sensor</a:t>
            </a:r>
            <a:endParaRPr b="0" lang="en-US" sz="2400" spc="-1" strike="noStrike">
              <a:latin typeface="Arial"/>
            </a:endParaRPr>
          </a:p>
          <a:p>
            <a:pPr marL="228600" indent="-227520">
              <a:lnSpc>
                <a:spcPct val="100000"/>
              </a:lnSpc>
              <a:spcBef>
                <a:spcPts val="434"/>
              </a:spcBef>
              <a:buClr>
                <a:srgbClr val="000000"/>
              </a:buClr>
              <a:buFont typeface="Arial"/>
              <a:buChar char="•"/>
            </a:pPr>
            <a:r>
              <a:rPr b="1" lang="en-US" sz="2400" spc="-1" strike="noStrike">
                <a:solidFill>
                  <a:srgbClr val="000000"/>
                </a:solidFill>
                <a:latin typeface="Times New Roman"/>
                <a:ea typeface="DejaVu Sans"/>
              </a:rPr>
              <a:t>Camera: </a:t>
            </a:r>
            <a:r>
              <a:rPr b="0" lang="en-US" sz="2400" spc="-1" strike="noStrike">
                <a:solidFill>
                  <a:srgbClr val="000000"/>
                </a:solidFill>
                <a:latin typeface="Times New Roman"/>
                <a:ea typeface="DejaVu Sans"/>
              </a:rPr>
              <a:t>NoIR Pi Camera with IR LEDs (night vision)</a:t>
            </a:r>
            <a:endParaRPr b="0" lang="en-US" sz="2400" spc="-1" strike="noStrike">
              <a:latin typeface="Arial"/>
            </a:endParaRPr>
          </a:p>
          <a:p>
            <a:pPr marL="228600" indent="-227520">
              <a:lnSpc>
                <a:spcPct val="100000"/>
              </a:lnSpc>
              <a:spcBef>
                <a:spcPts val="434"/>
              </a:spcBef>
              <a:buClr>
                <a:srgbClr val="000000"/>
              </a:buClr>
              <a:buFont typeface="Arial"/>
              <a:buChar char="•"/>
            </a:pPr>
            <a:r>
              <a:rPr b="1" lang="en-US" sz="2400" spc="-1" strike="noStrike">
                <a:solidFill>
                  <a:srgbClr val="000000"/>
                </a:solidFill>
                <a:latin typeface="Times New Roman"/>
                <a:ea typeface="DejaVu Sans"/>
              </a:rPr>
              <a:t>AI Accelerator</a:t>
            </a:r>
            <a:r>
              <a:rPr b="0" lang="en-US" sz="2400" spc="-1" strike="noStrike">
                <a:solidFill>
                  <a:srgbClr val="000000"/>
                </a:solidFill>
                <a:latin typeface="Times New Roman"/>
                <a:ea typeface="DejaVu Sans"/>
              </a:rPr>
              <a:t>: (Optional) USB Coral TPU for faster inference</a:t>
            </a:r>
            <a:endParaRPr b="0" lang="en-US" sz="2400" spc="-1" strike="noStrike">
              <a:latin typeface="Arial"/>
            </a:endParaRPr>
          </a:p>
          <a:p>
            <a:pPr marL="228600" indent="-227520">
              <a:lnSpc>
                <a:spcPct val="100000"/>
              </a:lnSpc>
              <a:spcBef>
                <a:spcPts val="434"/>
              </a:spcBef>
              <a:buClr>
                <a:srgbClr val="000000"/>
              </a:buClr>
              <a:buFont typeface="Arial"/>
              <a:buChar char="•"/>
            </a:pPr>
            <a:r>
              <a:rPr b="1" lang="en-US" sz="2400" spc="-1" strike="noStrike">
                <a:solidFill>
                  <a:srgbClr val="000000"/>
                </a:solidFill>
                <a:latin typeface="Times New Roman"/>
                <a:ea typeface="DejaVu Sans"/>
              </a:rPr>
              <a:t>Communication Modules:  </a:t>
            </a:r>
            <a:r>
              <a:rPr b="0" lang="en-US" sz="2400" spc="-1" strike="noStrike">
                <a:solidFill>
                  <a:srgbClr val="000000"/>
                </a:solidFill>
                <a:latin typeface="Times New Roman"/>
                <a:ea typeface="DejaVu Sans"/>
              </a:rPr>
              <a:t>LoRa Module,Gsm Module</a:t>
            </a:r>
            <a:endParaRPr b="0" lang="en-US" sz="2400" spc="-1" strike="noStrike">
              <a:latin typeface="Arial"/>
            </a:endParaRPr>
          </a:p>
          <a:p>
            <a:pPr marL="228600" indent="-227520">
              <a:lnSpc>
                <a:spcPct val="100000"/>
              </a:lnSpc>
              <a:spcBef>
                <a:spcPts val="434"/>
              </a:spcBef>
              <a:buClr>
                <a:srgbClr val="000000"/>
              </a:buClr>
              <a:buFont typeface="Arial"/>
              <a:buChar char="•"/>
            </a:pPr>
            <a:r>
              <a:rPr b="1" lang="en-US" sz="2400" spc="-1" strike="noStrike">
                <a:solidFill>
                  <a:srgbClr val="000000"/>
                </a:solidFill>
                <a:latin typeface="Times New Roman"/>
                <a:ea typeface="DejaVu Sans"/>
              </a:rPr>
              <a:t>Alert System</a:t>
            </a:r>
            <a:r>
              <a:rPr b="0" lang="en-US" sz="2400" spc="-1" strike="noStrike">
                <a:solidFill>
                  <a:srgbClr val="000000"/>
                </a:solidFill>
                <a:latin typeface="Times New Roman"/>
                <a:ea typeface="DejaVu Sans"/>
              </a:rPr>
              <a:t>: Buzzer, Flash LED</a:t>
            </a:r>
            <a:endParaRPr b="0" lang="en-US" sz="2400" spc="-1" strike="noStrike">
              <a:latin typeface="Arial"/>
            </a:endParaRPr>
          </a:p>
          <a:p>
            <a:pPr marL="228600" indent="-227520">
              <a:lnSpc>
                <a:spcPct val="100000"/>
              </a:lnSpc>
              <a:spcBef>
                <a:spcPts val="434"/>
              </a:spcBef>
              <a:buClr>
                <a:srgbClr val="000000"/>
              </a:buClr>
              <a:buFont typeface="Arial"/>
              <a:buChar char="•"/>
            </a:pPr>
            <a:r>
              <a:rPr b="1" lang="en-US" sz="2400" spc="-1" strike="noStrike">
                <a:solidFill>
                  <a:srgbClr val="000000"/>
                </a:solidFill>
                <a:latin typeface="Times New Roman"/>
                <a:ea typeface="DejaVu Sans"/>
              </a:rPr>
              <a:t>Power Supply</a:t>
            </a:r>
            <a:r>
              <a:rPr b="0" lang="en-US" sz="2400" spc="-1" strike="noStrike">
                <a:solidFill>
                  <a:srgbClr val="000000"/>
                </a:solidFill>
                <a:latin typeface="Times New Roman"/>
                <a:ea typeface="DejaVu Sans"/>
              </a:rPr>
              <a:t>: Solar Panel with Battery Backup</a:t>
            </a:r>
            <a:endParaRPr b="0" lang="en-US" sz="2400" spc="-1" strike="noStrike">
              <a:latin typeface="Arial"/>
            </a:endParaRPr>
          </a:p>
          <a:p>
            <a:pPr marL="228600" indent="-227520">
              <a:lnSpc>
                <a:spcPct val="100000"/>
              </a:lnSpc>
              <a:spcBef>
                <a:spcPts val="434"/>
              </a:spcBef>
              <a:buClr>
                <a:srgbClr val="000000"/>
              </a:buClr>
              <a:buFont typeface="Arial"/>
              <a:buChar char="•"/>
            </a:pPr>
            <a:r>
              <a:rPr b="1" lang="en-US" sz="2400" spc="-1" strike="noStrike">
                <a:solidFill>
                  <a:srgbClr val="000000"/>
                </a:solidFill>
                <a:latin typeface="Times New Roman"/>
                <a:ea typeface="DejaVu Sans"/>
              </a:rPr>
              <a:t>Supporting Components</a:t>
            </a:r>
            <a:r>
              <a:rPr b="1" lang="en-US" sz="2200" spc="-1" strike="noStrike">
                <a:solidFill>
                  <a:srgbClr val="000000"/>
                </a:solidFill>
                <a:latin typeface="Times New Roman"/>
                <a:ea typeface="DejaVu Sans"/>
              </a:rPr>
              <a:t>: </a:t>
            </a:r>
            <a:r>
              <a:rPr b="0" lang="en-US" sz="2200" spc="-1" strike="noStrike">
                <a:solidFill>
                  <a:srgbClr val="000000"/>
                </a:solidFill>
                <a:latin typeface="Times New Roman"/>
                <a:ea typeface="DejaVu Sans"/>
              </a:rPr>
              <a:t>Jumper Wires, Voltage Regulators, Enclosure Box</a:t>
            </a:r>
            <a:endParaRPr b="0" lang="en-US" sz="2200" spc="-1" strike="noStrike">
              <a:latin typeface="Arial"/>
            </a:endParaRPr>
          </a:p>
          <a:p>
            <a:pPr>
              <a:lnSpc>
                <a:spcPct val="100000"/>
              </a:lnSpc>
              <a:spcBef>
                <a:spcPts val="434"/>
              </a:spcBef>
            </a:pPr>
            <a:endParaRPr b="0" lang="en-US" sz="2200" spc="-1" strike="noStrike">
              <a:latin typeface="Arial"/>
            </a:endParaRPr>
          </a:p>
          <a:p>
            <a:pPr>
              <a:lnSpc>
                <a:spcPct val="100000"/>
              </a:lnSpc>
              <a:spcBef>
                <a:spcPts val="434"/>
              </a:spcBef>
            </a:pPr>
            <a:endParaRPr b="0" lang="en-US" sz="2200" spc="-1" strike="noStrike">
              <a:latin typeface="Arial"/>
            </a:endParaRPr>
          </a:p>
          <a:p>
            <a:pPr>
              <a:lnSpc>
                <a:spcPct val="100000"/>
              </a:lnSpc>
              <a:spcBef>
                <a:spcPts val="1001"/>
              </a:spcBef>
            </a:pPr>
            <a:endParaRPr b="0" lang="en-US" sz="2200" spc="-1" strike="noStrike">
              <a:latin typeface="Arial"/>
            </a:endParaRPr>
          </a:p>
          <a:p>
            <a:pPr>
              <a:lnSpc>
                <a:spcPct val="100000"/>
              </a:lnSpc>
              <a:spcBef>
                <a:spcPts val="1001"/>
              </a:spcBef>
            </a:pPr>
            <a:endParaRPr b="0" lang="en-US" sz="2200" spc="-1" strike="noStrike">
              <a:latin typeface="Arial"/>
            </a:endParaRPr>
          </a:p>
          <a:p>
            <a:pPr>
              <a:lnSpc>
                <a:spcPct val="100000"/>
              </a:lnSpc>
              <a:spcBef>
                <a:spcPts val="1001"/>
              </a:spcBef>
            </a:pPr>
            <a:endParaRPr b="0" lang="en-US" sz="2200" spc="-1" strike="noStrike">
              <a:latin typeface="Arial"/>
            </a:endParaRPr>
          </a:p>
          <a:p>
            <a:pPr>
              <a:lnSpc>
                <a:spcPct val="100000"/>
              </a:lnSpc>
              <a:spcBef>
                <a:spcPts val="1001"/>
              </a:spcBef>
            </a:pPr>
            <a:endParaRPr b="0" lang="en-US" sz="2200" spc="-1" strike="noStrike">
              <a:latin typeface="Arial"/>
            </a:endParaRPr>
          </a:p>
          <a:p>
            <a:pPr>
              <a:lnSpc>
                <a:spcPct val="100000"/>
              </a:lnSpc>
              <a:spcBef>
                <a:spcPts val="1001"/>
              </a:spcBef>
            </a:pPr>
            <a:endParaRPr b="0" lang="en-US" sz="2200" spc="-1" strike="noStrike">
              <a:latin typeface="Arial"/>
            </a:endParaRPr>
          </a:p>
          <a:p>
            <a:pPr>
              <a:lnSpc>
                <a:spcPct val="100000"/>
              </a:lnSpc>
              <a:spcBef>
                <a:spcPts val="1001"/>
              </a:spcBef>
            </a:pPr>
            <a:endParaRPr b="0" lang="en-US" sz="2200" spc="-1" strike="noStrike">
              <a:latin typeface="Arial"/>
            </a:endParaRPr>
          </a:p>
          <a:p>
            <a:pPr>
              <a:lnSpc>
                <a:spcPct val="100000"/>
              </a:lnSpc>
              <a:spcBef>
                <a:spcPts val="1001"/>
              </a:spcBef>
            </a:pPr>
            <a:endParaRPr b="0" lang="en-US" sz="2200" spc="-1" strike="noStrike">
              <a:latin typeface="Arial"/>
            </a:endParaRPr>
          </a:p>
          <a:p>
            <a:pPr>
              <a:lnSpc>
                <a:spcPct val="100000"/>
              </a:lnSpc>
              <a:spcBef>
                <a:spcPts val="1001"/>
              </a:spcBef>
            </a:pPr>
            <a:endParaRPr b="0" lang="en-US" sz="2200" spc="-1" strike="noStrike">
              <a:latin typeface="Arial"/>
            </a:endParaRPr>
          </a:p>
        </p:txBody>
      </p:sp>
      <p:pic>
        <p:nvPicPr>
          <p:cNvPr id="119" name="Picture 3" descr=""/>
          <p:cNvPicPr/>
          <p:nvPr/>
        </p:nvPicPr>
        <p:blipFill>
          <a:blip r:embed="rId1"/>
          <a:stretch/>
        </p:blipFill>
        <p:spPr>
          <a:xfrm>
            <a:off x="191520" y="44640"/>
            <a:ext cx="1270800" cy="1078200"/>
          </a:xfrm>
          <a:prstGeom prst="rect">
            <a:avLst/>
          </a:prstGeom>
          <a:ln>
            <a:noFill/>
          </a:ln>
        </p:spPr>
      </p:pic>
      <p:pic>
        <p:nvPicPr>
          <p:cNvPr id="120" name="Picture 4" descr=""/>
          <p:cNvPicPr/>
          <p:nvPr/>
        </p:nvPicPr>
        <p:blipFill>
          <a:blip r:embed="rId2"/>
          <a:stretch/>
        </p:blipFill>
        <p:spPr>
          <a:xfrm>
            <a:off x="10710720" y="14040"/>
            <a:ext cx="1480320" cy="1108800"/>
          </a:xfrm>
          <a:prstGeom prst="rect">
            <a:avLst/>
          </a:prstGeom>
          <a:ln>
            <a:noFill/>
          </a:ln>
        </p:spPr>
      </p:pic>
      <p:sp>
        <p:nvSpPr>
          <p:cNvPr id="121" name="CustomShape 3"/>
          <p:cNvSpPr/>
          <p:nvPr/>
        </p:nvSpPr>
        <p:spPr>
          <a:xfrm>
            <a:off x="4114800" y="1494720"/>
            <a:ext cx="4062240" cy="51660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800" spc="-1" strike="noStrike" u="sng">
                <a:solidFill>
                  <a:srgbClr val="000000"/>
                </a:solidFill>
                <a:uFillTx/>
                <a:latin typeface="Times New Roman"/>
                <a:ea typeface="DejaVu Sans"/>
              </a:rPr>
              <a:t>SPECIFICATIONS</a:t>
            </a:r>
            <a:endParaRPr b="0" lang="en-US" sz="28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CustomShape 1"/>
          <p:cNvSpPr/>
          <p:nvPr/>
        </p:nvSpPr>
        <p:spPr>
          <a:xfrm>
            <a:off x="453240" y="191880"/>
            <a:ext cx="11352960" cy="941760"/>
          </a:xfrm>
          <a:prstGeom prst="rect">
            <a:avLst/>
          </a:prstGeom>
          <a:noFill/>
          <a:ln>
            <a:noFill/>
          </a:ln>
        </p:spPr>
        <p:style>
          <a:lnRef idx="0"/>
          <a:fillRef idx="0"/>
          <a:effectRef idx="0"/>
          <a:fontRef idx="minor"/>
        </p:style>
        <p:txBody>
          <a:bodyPr lIns="90000" rIns="90000" tIns="45000" bIns="45000" anchor="ctr">
            <a:normAutofit fontScale="78000"/>
          </a:bodyPr>
          <a:p>
            <a:pPr algn="ctr">
              <a:lnSpc>
                <a:spcPct val="90000"/>
              </a:lnSpc>
            </a:pPr>
            <a:r>
              <a:rPr b="1" lang="en-US" sz="3100" spc="-1" strike="noStrike">
                <a:solidFill>
                  <a:srgbClr val="000000"/>
                </a:solidFill>
                <a:latin typeface="Arial Black"/>
                <a:ea typeface="DejaVu Sans"/>
              </a:rPr>
              <a:t>Dhole Patil Education Society’s</a:t>
            </a:r>
            <a:br/>
            <a:r>
              <a:rPr b="1" lang="en-US" sz="3100" spc="-1" strike="noStrike">
                <a:solidFill>
                  <a:srgbClr val="000000"/>
                </a:solidFill>
                <a:latin typeface="Arial Black"/>
                <a:ea typeface="DejaVu Sans"/>
              </a:rPr>
              <a:t>Dhole Patil College of Engineering, Pune </a:t>
            </a:r>
            <a:endParaRPr b="0" lang="en-US" sz="3100" spc="-1" strike="noStrike">
              <a:latin typeface="Arial"/>
            </a:endParaRPr>
          </a:p>
        </p:txBody>
      </p:sp>
      <p:sp>
        <p:nvSpPr>
          <p:cNvPr id="123" name="CustomShape 2"/>
          <p:cNvSpPr/>
          <p:nvPr/>
        </p:nvSpPr>
        <p:spPr>
          <a:xfrm>
            <a:off x="1238040" y="2277000"/>
            <a:ext cx="9783720" cy="4388760"/>
          </a:xfrm>
          <a:prstGeom prst="rect">
            <a:avLst/>
          </a:prstGeom>
          <a:noFill/>
          <a:ln>
            <a:noFill/>
          </a:ln>
        </p:spPr>
        <p:style>
          <a:lnRef idx="0"/>
          <a:fillRef idx="0"/>
          <a:effectRef idx="0"/>
          <a:fontRef idx="minor"/>
        </p:style>
        <p:txBody>
          <a:bodyPr lIns="90000" rIns="90000" tIns="45000" bIns="45000">
            <a:normAutofit/>
          </a:bodyPr>
          <a:p>
            <a:pPr>
              <a:lnSpc>
                <a:spcPct val="100000"/>
              </a:lnSpc>
              <a:spcBef>
                <a:spcPts val="434"/>
              </a:spcBef>
            </a:pPr>
            <a:endParaRPr b="0" lang="en-US" sz="1800" spc="-1" strike="noStrike">
              <a:latin typeface="Arial"/>
            </a:endParaRPr>
          </a:p>
          <a:p>
            <a:pPr marL="228600" indent="-227520">
              <a:lnSpc>
                <a:spcPct val="150000"/>
              </a:lnSpc>
              <a:buClr>
                <a:srgbClr val="000000"/>
              </a:buClr>
              <a:buFont typeface="Arial"/>
              <a:buChar char="•"/>
            </a:pPr>
            <a:r>
              <a:rPr b="0" lang="en-US" sz="2400" spc="-1" strike="noStrike">
                <a:solidFill>
                  <a:srgbClr val="000000"/>
                </a:solidFill>
                <a:latin typeface="Arial"/>
                <a:ea typeface="DejaVu Sans"/>
              </a:rPr>
              <a:t>Raspberry Pi </a:t>
            </a:r>
            <a:endParaRPr b="0" lang="en-US" sz="2400" spc="-1" strike="noStrike">
              <a:latin typeface="Arial"/>
            </a:endParaRPr>
          </a:p>
          <a:p>
            <a:pPr marL="228600" indent="-227520">
              <a:lnSpc>
                <a:spcPct val="150000"/>
              </a:lnSpc>
              <a:buClr>
                <a:srgbClr val="000000"/>
              </a:buClr>
              <a:buFont typeface="Arial"/>
              <a:buChar char="•"/>
            </a:pPr>
            <a:r>
              <a:rPr b="0" lang="en-US" sz="2400" spc="-1" strike="noStrike">
                <a:solidFill>
                  <a:srgbClr val="000000"/>
                </a:solidFill>
                <a:latin typeface="Arial"/>
                <a:ea typeface="DejaVu Sans"/>
              </a:rPr>
              <a:t>Python 3.9+</a:t>
            </a:r>
            <a:endParaRPr b="0" lang="en-US" sz="2400" spc="-1" strike="noStrike">
              <a:latin typeface="Arial"/>
            </a:endParaRPr>
          </a:p>
          <a:p>
            <a:pPr marL="228600" indent="-227520">
              <a:lnSpc>
                <a:spcPct val="150000"/>
              </a:lnSpc>
              <a:buClr>
                <a:srgbClr val="000000"/>
              </a:buClr>
              <a:buFont typeface="Arial"/>
              <a:buChar char="•"/>
            </a:pPr>
            <a:r>
              <a:rPr b="0" lang="en-US" sz="2400" spc="-1" strike="noStrike">
                <a:solidFill>
                  <a:srgbClr val="000000"/>
                </a:solidFill>
                <a:latin typeface="Arial"/>
                <a:ea typeface="DejaVu Sans"/>
              </a:rPr>
              <a:t>OpenCV</a:t>
            </a:r>
            <a:endParaRPr b="0" lang="en-US" sz="2400" spc="-1" strike="noStrike">
              <a:latin typeface="Arial"/>
            </a:endParaRPr>
          </a:p>
          <a:p>
            <a:pPr marL="228600" indent="-227520">
              <a:lnSpc>
                <a:spcPct val="150000"/>
              </a:lnSpc>
              <a:buClr>
                <a:srgbClr val="000000"/>
              </a:buClr>
              <a:buFont typeface="Arial"/>
              <a:buChar char="•"/>
            </a:pPr>
            <a:r>
              <a:rPr b="0" lang="en-US" sz="2400" spc="-1" strike="noStrike">
                <a:solidFill>
                  <a:srgbClr val="000000"/>
                </a:solidFill>
                <a:latin typeface="Arial"/>
                <a:ea typeface="DejaVu Sans"/>
              </a:rPr>
              <a:t>TensorFlow Lite</a:t>
            </a:r>
            <a:endParaRPr b="0" lang="en-US" sz="2400" spc="-1" strike="noStrike">
              <a:latin typeface="Arial"/>
            </a:endParaRPr>
          </a:p>
          <a:p>
            <a:pPr marL="228600" indent="-227520">
              <a:lnSpc>
                <a:spcPct val="100000"/>
              </a:lnSpc>
              <a:spcBef>
                <a:spcPts val="434"/>
              </a:spcBef>
              <a:buClr>
                <a:srgbClr val="000000"/>
              </a:buClr>
              <a:buFont typeface="Arial"/>
              <a:buChar char="•"/>
            </a:pPr>
            <a:r>
              <a:rPr b="0" lang="en-US" sz="2400" spc="-1" strike="noStrike">
                <a:solidFill>
                  <a:srgbClr val="000000"/>
                </a:solidFill>
                <a:latin typeface="Arial"/>
                <a:ea typeface="DejaVu Sans"/>
              </a:rPr>
              <a:t>Deep learning</a:t>
            </a:r>
            <a:endParaRPr b="0" lang="en-US" sz="2400" spc="-1" strike="noStrike">
              <a:latin typeface="Arial"/>
            </a:endParaRPr>
          </a:p>
          <a:p>
            <a:pPr>
              <a:lnSpc>
                <a:spcPct val="100000"/>
              </a:lnSpc>
              <a:spcBef>
                <a:spcPts val="434"/>
              </a:spcBef>
            </a:pPr>
            <a:endParaRPr b="0" lang="en-US" sz="2400" spc="-1" strike="noStrike">
              <a:latin typeface="Arial"/>
            </a:endParaRPr>
          </a:p>
          <a:p>
            <a:pPr>
              <a:lnSpc>
                <a:spcPct val="100000"/>
              </a:lnSpc>
              <a:spcBef>
                <a:spcPts val="434"/>
              </a:spcBef>
            </a:pPr>
            <a:endParaRPr b="0" lang="en-US" sz="2400" spc="-1" strike="noStrike">
              <a:latin typeface="Arial"/>
            </a:endParaRPr>
          </a:p>
          <a:p>
            <a:pPr>
              <a:lnSpc>
                <a:spcPct val="100000"/>
              </a:lnSpc>
              <a:spcBef>
                <a:spcPts val="1001"/>
              </a:spcBef>
            </a:pPr>
            <a:endParaRPr b="0" lang="en-US" sz="2400" spc="-1" strike="noStrike">
              <a:latin typeface="Arial"/>
            </a:endParaRPr>
          </a:p>
          <a:p>
            <a:pPr>
              <a:lnSpc>
                <a:spcPct val="100000"/>
              </a:lnSpc>
              <a:spcBef>
                <a:spcPts val="1001"/>
              </a:spcBef>
            </a:pPr>
            <a:endParaRPr b="0" lang="en-US" sz="2400" spc="-1" strike="noStrike">
              <a:latin typeface="Arial"/>
            </a:endParaRPr>
          </a:p>
          <a:p>
            <a:pPr>
              <a:lnSpc>
                <a:spcPct val="100000"/>
              </a:lnSpc>
              <a:spcBef>
                <a:spcPts val="1001"/>
              </a:spcBef>
            </a:pPr>
            <a:endParaRPr b="0" lang="en-US" sz="2400" spc="-1" strike="noStrike">
              <a:latin typeface="Arial"/>
            </a:endParaRPr>
          </a:p>
          <a:p>
            <a:pPr>
              <a:lnSpc>
                <a:spcPct val="100000"/>
              </a:lnSpc>
              <a:spcBef>
                <a:spcPts val="1001"/>
              </a:spcBef>
            </a:pPr>
            <a:endParaRPr b="0" lang="en-US" sz="2400" spc="-1" strike="noStrike">
              <a:latin typeface="Arial"/>
            </a:endParaRPr>
          </a:p>
          <a:p>
            <a:pPr>
              <a:lnSpc>
                <a:spcPct val="100000"/>
              </a:lnSpc>
              <a:spcBef>
                <a:spcPts val="1001"/>
              </a:spcBef>
            </a:pPr>
            <a:endParaRPr b="0" lang="en-US" sz="2400" spc="-1" strike="noStrike">
              <a:latin typeface="Arial"/>
            </a:endParaRPr>
          </a:p>
          <a:p>
            <a:pPr>
              <a:lnSpc>
                <a:spcPct val="100000"/>
              </a:lnSpc>
              <a:spcBef>
                <a:spcPts val="1001"/>
              </a:spcBef>
            </a:pPr>
            <a:endParaRPr b="0" lang="en-US" sz="2400" spc="-1" strike="noStrike">
              <a:latin typeface="Arial"/>
            </a:endParaRPr>
          </a:p>
          <a:p>
            <a:pPr>
              <a:lnSpc>
                <a:spcPct val="100000"/>
              </a:lnSpc>
              <a:spcBef>
                <a:spcPts val="1001"/>
              </a:spcBef>
            </a:pPr>
            <a:endParaRPr b="0" lang="en-US" sz="2400" spc="-1" strike="noStrike">
              <a:latin typeface="Arial"/>
            </a:endParaRPr>
          </a:p>
          <a:p>
            <a:pPr>
              <a:lnSpc>
                <a:spcPct val="100000"/>
              </a:lnSpc>
              <a:spcBef>
                <a:spcPts val="1001"/>
              </a:spcBef>
            </a:pPr>
            <a:endParaRPr b="0" lang="en-US" sz="2400" spc="-1" strike="noStrike">
              <a:latin typeface="Arial"/>
            </a:endParaRPr>
          </a:p>
        </p:txBody>
      </p:sp>
      <p:pic>
        <p:nvPicPr>
          <p:cNvPr id="124" name="Picture 3" descr=""/>
          <p:cNvPicPr/>
          <p:nvPr/>
        </p:nvPicPr>
        <p:blipFill>
          <a:blip r:embed="rId1"/>
          <a:stretch/>
        </p:blipFill>
        <p:spPr>
          <a:xfrm>
            <a:off x="191520" y="44640"/>
            <a:ext cx="1270800" cy="1078200"/>
          </a:xfrm>
          <a:prstGeom prst="rect">
            <a:avLst/>
          </a:prstGeom>
          <a:ln>
            <a:noFill/>
          </a:ln>
        </p:spPr>
      </p:pic>
      <p:pic>
        <p:nvPicPr>
          <p:cNvPr id="125" name="Picture 4" descr=""/>
          <p:cNvPicPr/>
          <p:nvPr/>
        </p:nvPicPr>
        <p:blipFill>
          <a:blip r:embed="rId2"/>
          <a:stretch/>
        </p:blipFill>
        <p:spPr>
          <a:xfrm>
            <a:off x="10710720" y="14040"/>
            <a:ext cx="1480320" cy="1108800"/>
          </a:xfrm>
          <a:prstGeom prst="rect">
            <a:avLst/>
          </a:prstGeom>
          <a:ln>
            <a:noFill/>
          </a:ln>
        </p:spPr>
      </p:pic>
      <p:sp>
        <p:nvSpPr>
          <p:cNvPr id="126" name="CustomShape 3"/>
          <p:cNvSpPr/>
          <p:nvPr/>
        </p:nvSpPr>
        <p:spPr>
          <a:xfrm>
            <a:off x="4726800" y="1494720"/>
            <a:ext cx="3450240" cy="51696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800" spc="-1" strike="noStrike" u="sng">
                <a:solidFill>
                  <a:srgbClr val="000000"/>
                </a:solidFill>
                <a:uFillTx/>
                <a:latin typeface="Arial"/>
                <a:ea typeface="DejaVu Sans"/>
              </a:rPr>
              <a:t>Software Used</a:t>
            </a:r>
            <a:endParaRPr b="0" lang="en-US" sz="28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7" name="Picture 6" descr=""/>
          <p:cNvPicPr/>
          <p:nvPr/>
        </p:nvPicPr>
        <p:blipFill>
          <a:blip r:embed="rId1"/>
          <a:stretch/>
        </p:blipFill>
        <p:spPr>
          <a:xfrm>
            <a:off x="161280" y="48960"/>
            <a:ext cx="1353240" cy="1145880"/>
          </a:xfrm>
          <a:prstGeom prst="rect">
            <a:avLst/>
          </a:prstGeom>
          <a:ln>
            <a:noFill/>
          </a:ln>
        </p:spPr>
      </p:pic>
      <p:pic>
        <p:nvPicPr>
          <p:cNvPr id="128" name="Picture 8" descr=""/>
          <p:cNvPicPr/>
          <p:nvPr/>
        </p:nvPicPr>
        <p:blipFill>
          <a:blip r:embed="rId2"/>
          <a:stretch/>
        </p:blipFill>
        <p:spPr>
          <a:xfrm>
            <a:off x="10591200" y="85680"/>
            <a:ext cx="1600200" cy="1198440"/>
          </a:xfrm>
          <a:prstGeom prst="rect">
            <a:avLst/>
          </a:prstGeom>
          <a:ln>
            <a:noFill/>
          </a:ln>
        </p:spPr>
      </p:pic>
      <p:sp>
        <p:nvSpPr>
          <p:cNvPr id="129" name="CustomShape 1"/>
          <p:cNvSpPr/>
          <p:nvPr/>
        </p:nvSpPr>
        <p:spPr>
          <a:xfrm>
            <a:off x="4093920" y="1131480"/>
            <a:ext cx="3687120" cy="45576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2400" spc="-1" strike="noStrike" u="sng">
                <a:solidFill>
                  <a:srgbClr val="000000"/>
                </a:solidFill>
                <a:uFillTx/>
                <a:latin typeface="Calibri"/>
                <a:ea typeface="DejaVu Sans"/>
              </a:rPr>
              <a:t>IMPLIMENTAION DETAIL </a:t>
            </a:r>
            <a:endParaRPr b="0" lang="en-US" sz="2400" spc="-1" strike="noStrike">
              <a:latin typeface="Arial"/>
            </a:endParaRPr>
          </a:p>
        </p:txBody>
      </p:sp>
      <p:sp>
        <p:nvSpPr>
          <p:cNvPr id="130" name="CustomShape 2"/>
          <p:cNvSpPr/>
          <p:nvPr/>
        </p:nvSpPr>
        <p:spPr>
          <a:xfrm>
            <a:off x="1005840" y="1920240"/>
            <a:ext cx="10240920" cy="44474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2200" spc="-1" strike="noStrike">
                <a:solidFill>
                  <a:srgbClr val="000000"/>
                </a:solidFill>
                <a:latin typeface="Times New Roman"/>
                <a:ea typeface="DejaVu Sans"/>
              </a:rPr>
              <a:t> </a:t>
            </a:r>
            <a:r>
              <a:rPr b="0" lang="en-US" sz="2200" spc="-1" strike="noStrike">
                <a:solidFill>
                  <a:srgbClr val="000000"/>
                </a:solidFill>
                <a:latin typeface="Times New Roman"/>
                <a:ea typeface="DejaVu Sans"/>
              </a:rPr>
              <a:t>1</a:t>
            </a:r>
            <a:r>
              <a:rPr b="1" lang="en-US" sz="2200" spc="-1" strike="noStrike">
                <a:solidFill>
                  <a:srgbClr val="000000"/>
                </a:solidFill>
                <a:latin typeface="Times New Roman"/>
                <a:ea typeface="DejaVu Sans"/>
              </a:rPr>
              <a:t>) Raspberry Pi 4 </a:t>
            </a:r>
            <a:r>
              <a:rPr b="0" lang="en-US" sz="2200" spc="-1" strike="noStrike">
                <a:solidFill>
                  <a:srgbClr val="000000"/>
                </a:solidFill>
                <a:latin typeface="Times New Roman"/>
                <a:ea typeface="DejaVu Sans"/>
              </a:rPr>
              <a:t>– works as the main controller.</a:t>
            </a:r>
            <a:endParaRPr b="0" lang="en-US" sz="2200" spc="-1" strike="noStrike">
              <a:latin typeface="Arial"/>
            </a:endParaRPr>
          </a:p>
          <a:p>
            <a:pPr>
              <a:lnSpc>
                <a:spcPct val="100000"/>
              </a:lnSpc>
            </a:pPr>
            <a:endParaRPr b="0" lang="en-US" sz="2200" spc="-1" strike="noStrike">
              <a:latin typeface="Arial"/>
            </a:endParaRPr>
          </a:p>
          <a:p>
            <a:pPr>
              <a:lnSpc>
                <a:spcPct val="100000"/>
              </a:lnSpc>
            </a:pPr>
            <a:r>
              <a:rPr b="0" lang="en-US" sz="2200" spc="-1" strike="noStrike">
                <a:solidFill>
                  <a:srgbClr val="000000"/>
                </a:solidFill>
                <a:latin typeface="Times New Roman"/>
                <a:ea typeface="DejaVu Sans"/>
              </a:rPr>
              <a:t> </a:t>
            </a:r>
            <a:r>
              <a:rPr b="0" lang="en-US" sz="2200" spc="-1" strike="noStrike">
                <a:solidFill>
                  <a:srgbClr val="000000"/>
                </a:solidFill>
                <a:latin typeface="Times New Roman"/>
                <a:ea typeface="DejaVu Sans"/>
              </a:rPr>
              <a:t>2) </a:t>
            </a:r>
            <a:r>
              <a:rPr b="1" lang="en-US" sz="2200" spc="-1" strike="noStrike">
                <a:solidFill>
                  <a:srgbClr val="000000"/>
                </a:solidFill>
                <a:latin typeface="Times New Roman"/>
                <a:ea typeface="DejaVu Sans"/>
              </a:rPr>
              <a:t>PIR Sensor </a:t>
            </a:r>
            <a:r>
              <a:rPr b="0" lang="en-US" sz="2200" spc="-1" strike="noStrike">
                <a:solidFill>
                  <a:srgbClr val="000000"/>
                </a:solidFill>
                <a:latin typeface="Times New Roman"/>
                <a:ea typeface="DejaVu Sans"/>
              </a:rPr>
              <a:t>– connected to GPIO pins for motion detection.</a:t>
            </a:r>
            <a:endParaRPr b="0" lang="en-US" sz="2200" spc="-1" strike="noStrike">
              <a:latin typeface="Arial"/>
            </a:endParaRPr>
          </a:p>
          <a:p>
            <a:pPr>
              <a:lnSpc>
                <a:spcPct val="100000"/>
              </a:lnSpc>
            </a:pPr>
            <a:endParaRPr b="0" lang="en-US" sz="2200" spc="-1" strike="noStrike">
              <a:latin typeface="Arial"/>
            </a:endParaRPr>
          </a:p>
          <a:p>
            <a:pPr>
              <a:lnSpc>
                <a:spcPct val="100000"/>
              </a:lnSpc>
            </a:pPr>
            <a:r>
              <a:rPr b="0" lang="en-US" sz="2200" spc="-1" strike="noStrike">
                <a:solidFill>
                  <a:srgbClr val="000000"/>
                </a:solidFill>
                <a:latin typeface="Times New Roman"/>
                <a:ea typeface="DejaVu Sans"/>
              </a:rPr>
              <a:t> </a:t>
            </a:r>
            <a:r>
              <a:rPr b="0" lang="en-US" sz="2200" spc="-1" strike="noStrike">
                <a:solidFill>
                  <a:srgbClr val="000000"/>
                </a:solidFill>
                <a:latin typeface="Times New Roman"/>
                <a:ea typeface="DejaVu Sans"/>
              </a:rPr>
              <a:t>3) </a:t>
            </a:r>
            <a:r>
              <a:rPr b="1" lang="en-US" sz="2200" spc="-1" strike="noStrike">
                <a:solidFill>
                  <a:srgbClr val="000000"/>
                </a:solidFill>
                <a:latin typeface="Times New Roman"/>
                <a:ea typeface="DejaVu Sans"/>
              </a:rPr>
              <a:t>Ultrasonic Sensor </a:t>
            </a:r>
            <a:r>
              <a:rPr b="0" lang="en-US" sz="2200" spc="-1" strike="noStrike">
                <a:solidFill>
                  <a:srgbClr val="000000"/>
                </a:solidFill>
                <a:latin typeface="Times New Roman"/>
                <a:ea typeface="DejaVu Sans"/>
              </a:rPr>
              <a:t>– connected to GPIO pins for distance measurement.</a:t>
            </a:r>
            <a:endParaRPr b="0" lang="en-US" sz="2200" spc="-1" strike="noStrike">
              <a:latin typeface="Arial"/>
            </a:endParaRPr>
          </a:p>
          <a:p>
            <a:pPr>
              <a:lnSpc>
                <a:spcPct val="100000"/>
              </a:lnSpc>
            </a:pPr>
            <a:endParaRPr b="0" lang="en-US" sz="2200" spc="-1" strike="noStrike">
              <a:latin typeface="Arial"/>
            </a:endParaRPr>
          </a:p>
          <a:p>
            <a:pPr>
              <a:lnSpc>
                <a:spcPct val="100000"/>
              </a:lnSpc>
            </a:pPr>
            <a:r>
              <a:rPr b="0" lang="en-US" sz="2200" spc="-1" strike="noStrike">
                <a:solidFill>
                  <a:srgbClr val="000000"/>
                </a:solidFill>
                <a:latin typeface="Times New Roman"/>
                <a:ea typeface="DejaVu Sans"/>
              </a:rPr>
              <a:t> </a:t>
            </a:r>
            <a:r>
              <a:rPr b="0" lang="en-US" sz="2200" spc="-1" strike="noStrike">
                <a:solidFill>
                  <a:srgbClr val="000000"/>
                </a:solidFill>
                <a:latin typeface="Times New Roman"/>
                <a:ea typeface="DejaVu Sans"/>
              </a:rPr>
              <a:t>4) </a:t>
            </a:r>
            <a:r>
              <a:rPr b="1" lang="en-US" sz="2200" spc="-1" strike="noStrike">
                <a:solidFill>
                  <a:srgbClr val="000000"/>
                </a:solidFill>
                <a:latin typeface="Times New Roman"/>
                <a:ea typeface="DejaVu Sans"/>
              </a:rPr>
              <a:t>Pi Camera (NoIR</a:t>
            </a:r>
            <a:r>
              <a:rPr b="0" lang="en-US" sz="2200" spc="-1" strike="noStrike">
                <a:solidFill>
                  <a:srgbClr val="000000"/>
                </a:solidFill>
                <a:latin typeface="Times New Roman"/>
                <a:ea typeface="DejaVu Sans"/>
              </a:rPr>
              <a:t>) – connected via camera interface for capturing images.</a:t>
            </a:r>
            <a:endParaRPr b="0" lang="en-US" sz="2200" spc="-1" strike="noStrike">
              <a:latin typeface="Arial"/>
            </a:endParaRPr>
          </a:p>
          <a:p>
            <a:pPr algn="just">
              <a:lnSpc>
                <a:spcPct val="100000"/>
              </a:lnSpc>
            </a:pPr>
            <a:endParaRPr b="0" lang="en-US" sz="2200" spc="-1" strike="noStrike">
              <a:latin typeface="Arial"/>
            </a:endParaRPr>
          </a:p>
          <a:p>
            <a:pPr algn="just">
              <a:lnSpc>
                <a:spcPct val="100000"/>
              </a:lnSpc>
            </a:pPr>
            <a:r>
              <a:rPr b="0" lang="en-US" sz="2200" spc="-1" strike="noStrike">
                <a:solidFill>
                  <a:srgbClr val="000000"/>
                </a:solidFill>
                <a:latin typeface="Times New Roman"/>
                <a:ea typeface="DejaVu Sans"/>
              </a:rPr>
              <a:t> </a:t>
            </a:r>
            <a:r>
              <a:rPr b="0" lang="en-US" sz="2200" spc="-1" strike="noStrike">
                <a:solidFill>
                  <a:srgbClr val="000000"/>
                </a:solidFill>
                <a:latin typeface="Times New Roman"/>
                <a:ea typeface="DejaVu Sans"/>
              </a:rPr>
              <a:t>5) </a:t>
            </a:r>
            <a:r>
              <a:rPr b="1" lang="en-US" sz="2200" spc="-1" strike="noStrike">
                <a:solidFill>
                  <a:srgbClr val="000000"/>
                </a:solidFill>
                <a:latin typeface="Times New Roman"/>
                <a:ea typeface="DejaVu Sans"/>
              </a:rPr>
              <a:t>LoRa Gsm Module </a:t>
            </a:r>
            <a:r>
              <a:rPr b="0" lang="en-US" sz="2200" spc="-1" strike="noStrike">
                <a:solidFill>
                  <a:srgbClr val="000000"/>
                </a:solidFill>
                <a:latin typeface="Times New Roman"/>
                <a:ea typeface="DejaVu Sans"/>
              </a:rPr>
              <a:t>– connected via SPI/I2C for long-range wireless communication.</a:t>
            </a:r>
            <a:endParaRPr b="0" lang="en-US" sz="2200" spc="-1" strike="noStrike">
              <a:latin typeface="Arial"/>
            </a:endParaRPr>
          </a:p>
          <a:p>
            <a:pPr>
              <a:lnSpc>
                <a:spcPct val="100000"/>
              </a:lnSpc>
            </a:pPr>
            <a:endParaRPr b="0" lang="en-US" sz="2200" spc="-1" strike="noStrike">
              <a:latin typeface="Arial"/>
            </a:endParaRPr>
          </a:p>
          <a:p>
            <a:pPr>
              <a:lnSpc>
                <a:spcPct val="100000"/>
              </a:lnSpc>
            </a:pPr>
            <a:r>
              <a:rPr b="0" lang="en-US" sz="2200" spc="-1" strike="noStrike">
                <a:solidFill>
                  <a:srgbClr val="000000"/>
                </a:solidFill>
                <a:latin typeface="Times New Roman"/>
                <a:ea typeface="DejaVu Sans"/>
              </a:rPr>
              <a:t> </a:t>
            </a:r>
            <a:r>
              <a:rPr b="0" lang="en-US" sz="2200" spc="-1" strike="noStrike">
                <a:solidFill>
                  <a:srgbClr val="000000"/>
                </a:solidFill>
                <a:latin typeface="Times New Roman"/>
                <a:ea typeface="DejaVu Sans"/>
              </a:rPr>
              <a:t>6) </a:t>
            </a:r>
            <a:r>
              <a:rPr b="1" lang="en-US" sz="2200" spc="-1" strike="noStrike">
                <a:solidFill>
                  <a:srgbClr val="000000"/>
                </a:solidFill>
                <a:latin typeface="Times New Roman"/>
                <a:ea typeface="DejaVu Sans"/>
              </a:rPr>
              <a:t>Buzzer / LED </a:t>
            </a:r>
            <a:r>
              <a:rPr b="0" lang="en-US" sz="2200" spc="-1" strike="noStrike">
                <a:solidFill>
                  <a:srgbClr val="000000"/>
                </a:solidFill>
                <a:latin typeface="Times New Roman"/>
                <a:ea typeface="DejaVu Sans"/>
              </a:rPr>
              <a:t>– connected to GPIO pins for local alert system.</a:t>
            </a:r>
            <a:endParaRPr b="0" lang="en-US" sz="2200" spc="-1" strike="noStrike">
              <a:latin typeface="Arial"/>
            </a:endParaRPr>
          </a:p>
          <a:p>
            <a:pPr>
              <a:lnSpc>
                <a:spcPct val="100000"/>
              </a:lnSpc>
            </a:pPr>
            <a:endParaRPr b="0" lang="en-US" sz="2200" spc="-1" strike="noStrike">
              <a:latin typeface="Arial"/>
            </a:endParaRPr>
          </a:p>
          <a:p>
            <a:pPr>
              <a:lnSpc>
                <a:spcPct val="100000"/>
              </a:lnSpc>
            </a:pPr>
            <a:r>
              <a:rPr b="0" lang="en-US" sz="2200" spc="-1" strike="noStrike">
                <a:solidFill>
                  <a:srgbClr val="000000"/>
                </a:solidFill>
                <a:latin typeface="Times New Roman"/>
                <a:ea typeface="DejaVu Sans"/>
              </a:rPr>
              <a:t> </a:t>
            </a:r>
            <a:r>
              <a:rPr b="0" lang="en-US" sz="2200" spc="-1" strike="noStrike">
                <a:solidFill>
                  <a:srgbClr val="000000"/>
                </a:solidFill>
                <a:latin typeface="Times New Roman"/>
                <a:ea typeface="DejaVu Sans"/>
              </a:rPr>
              <a:t>7</a:t>
            </a:r>
            <a:r>
              <a:rPr b="1" lang="en-US" sz="2200" spc="-1" strike="noStrike">
                <a:solidFill>
                  <a:srgbClr val="000000"/>
                </a:solidFill>
                <a:latin typeface="Times New Roman"/>
                <a:ea typeface="DejaVu Sans"/>
              </a:rPr>
              <a:t>) Solar Panel with Battery </a:t>
            </a:r>
            <a:r>
              <a:rPr b="0" lang="en-US" sz="2200" spc="-1" strike="noStrike">
                <a:solidFill>
                  <a:srgbClr val="000000"/>
                </a:solidFill>
                <a:latin typeface="Times New Roman"/>
                <a:ea typeface="DejaVu Sans"/>
              </a:rPr>
              <a:t>– supplies power to Raspberry Pi and all modules.</a:t>
            </a:r>
            <a:endParaRPr b="0" lang="en-US" sz="2200" spc="-1" strike="noStrike">
              <a:latin typeface="Arial"/>
            </a:endParaRPr>
          </a:p>
        </p:txBody>
      </p:sp>
      <p:sp>
        <p:nvSpPr>
          <p:cNvPr id="131" name="CustomShape 3"/>
          <p:cNvSpPr/>
          <p:nvPr/>
        </p:nvSpPr>
        <p:spPr>
          <a:xfrm>
            <a:off x="1091160" y="-42840"/>
            <a:ext cx="10070280" cy="1460160"/>
          </a:xfrm>
          <a:prstGeom prst="rect">
            <a:avLst/>
          </a:prstGeom>
          <a:noFill/>
          <a:ln>
            <a:noFill/>
          </a:ln>
        </p:spPr>
        <p:style>
          <a:lnRef idx="0"/>
          <a:fillRef idx="0"/>
          <a:effectRef idx="0"/>
          <a:fontRef idx="minor"/>
        </p:style>
        <p:txBody>
          <a:bodyPr lIns="90000" rIns="90000" tIns="45000" bIns="45000" anchor="ctr">
            <a:normAutofit/>
          </a:bodyPr>
          <a:p>
            <a:pPr algn="ctr">
              <a:lnSpc>
                <a:spcPct val="90000"/>
              </a:lnSpc>
            </a:pPr>
            <a:r>
              <a:rPr b="1" lang="en-US" sz="2400" spc="-1" strike="noStrike">
                <a:solidFill>
                  <a:srgbClr val="000000"/>
                </a:solidFill>
                <a:latin typeface="Arial Black"/>
                <a:ea typeface="DejaVu Sans"/>
              </a:rPr>
              <a:t>Dhole Patil Education Society’s</a:t>
            </a:r>
            <a:br/>
            <a:r>
              <a:rPr b="1" lang="en-US" sz="3100" spc="-1" strike="noStrike">
                <a:solidFill>
                  <a:srgbClr val="000000"/>
                </a:solidFill>
                <a:latin typeface="Arial Black"/>
                <a:ea typeface="DejaVu Sans"/>
              </a:rPr>
              <a:t>Dhole Patil College of Engineering, Pune </a:t>
            </a:r>
            <a:endParaRPr b="0" lang="en-US" sz="3100" spc="-1" strike="noStrike">
              <a:latin typeface="Arial"/>
            </a:endParaRPr>
          </a:p>
        </p:txBody>
      </p:sp>
      <p:sp>
        <p:nvSpPr>
          <p:cNvPr id="132" name="CustomShape 4"/>
          <p:cNvSpPr/>
          <p:nvPr/>
        </p:nvSpPr>
        <p:spPr>
          <a:xfrm>
            <a:off x="1005840" y="1920240"/>
            <a:ext cx="10583280" cy="44474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2200" spc="-1" strike="noStrike">
                <a:solidFill>
                  <a:srgbClr val="000000"/>
                </a:solidFill>
                <a:latin typeface="Times New Roman"/>
                <a:ea typeface="DejaVu Sans"/>
              </a:rPr>
              <a:t> </a:t>
            </a:r>
            <a:r>
              <a:rPr b="0" lang="en-US" sz="2200" spc="-1" strike="noStrike">
                <a:solidFill>
                  <a:srgbClr val="000000"/>
                </a:solidFill>
                <a:latin typeface="Times New Roman"/>
                <a:ea typeface="DejaVu Sans"/>
              </a:rPr>
              <a:t>1</a:t>
            </a:r>
            <a:r>
              <a:rPr b="1" lang="en-US" sz="2200" spc="-1" strike="noStrike">
                <a:solidFill>
                  <a:srgbClr val="000000"/>
                </a:solidFill>
                <a:latin typeface="Times New Roman"/>
                <a:ea typeface="DejaVu Sans"/>
              </a:rPr>
              <a:t>) Raspberry Pi 4 </a:t>
            </a:r>
            <a:r>
              <a:rPr b="0" lang="en-US" sz="2200" spc="-1" strike="noStrike">
                <a:solidFill>
                  <a:srgbClr val="000000"/>
                </a:solidFill>
                <a:latin typeface="Times New Roman"/>
                <a:ea typeface="DejaVu Sans"/>
              </a:rPr>
              <a:t>– works as the main controller.</a:t>
            </a:r>
            <a:endParaRPr b="0" lang="en-US" sz="2200" spc="-1" strike="noStrike">
              <a:latin typeface="Arial"/>
            </a:endParaRPr>
          </a:p>
          <a:p>
            <a:pPr>
              <a:lnSpc>
                <a:spcPct val="100000"/>
              </a:lnSpc>
            </a:pPr>
            <a:endParaRPr b="0" lang="en-US" sz="2200" spc="-1" strike="noStrike">
              <a:latin typeface="Arial"/>
            </a:endParaRPr>
          </a:p>
          <a:p>
            <a:pPr>
              <a:lnSpc>
                <a:spcPct val="100000"/>
              </a:lnSpc>
            </a:pPr>
            <a:r>
              <a:rPr b="0" lang="en-US" sz="2200" spc="-1" strike="noStrike">
                <a:solidFill>
                  <a:srgbClr val="000000"/>
                </a:solidFill>
                <a:latin typeface="Times New Roman"/>
                <a:ea typeface="DejaVu Sans"/>
              </a:rPr>
              <a:t> </a:t>
            </a:r>
            <a:r>
              <a:rPr b="1" lang="en-US" sz="2200" spc="-1" strike="noStrike">
                <a:solidFill>
                  <a:srgbClr val="000000"/>
                </a:solidFill>
                <a:latin typeface="Times New Roman"/>
                <a:ea typeface="DejaVu Sans"/>
              </a:rPr>
              <a:t>2)</a:t>
            </a:r>
            <a:r>
              <a:rPr b="0" lang="en-US" sz="2200" spc="-1" strike="noStrike">
                <a:solidFill>
                  <a:srgbClr val="000000"/>
                </a:solidFill>
                <a:latin typeface="Times New Roman"/>
                <a:ea typeface="DejaVu Sans"/>
              </a:rPr>
              <a:t> </a:t>
            </a:r>
            <a:r>
              <a:rPr b="1" lang="en-US" sz="2200" spc="-1" strike="noStrike">
                <a:solidFill>
                  <a:srgbClr val="000000"/>
                </a:solidFill>
                <a:latin typeface="Times New Roman"/>
                <a:ea typeface="DejaVu Sans"/>
              </a:rPr>
              <a:t>PIR Sensor </a:t>
            </a:r>
            <a:r>
              <a:rPr b="0" lang="en-US" sz="2200" spc="-1" strike="noStrike">
                <a:solidFill>
                  <a:srgbClr val="000000"/>
                </a:solidFill>
                <a:latin typeface="Times New Roman"/>
                <a:ea typeface="DejaVu Sans"/>
              </a:rPr>
              <a:t>– connected to GPIO pins for motion detection.</a:t>
            </a:r>
            <a:endParaRPr b="0" lang="en-US" sz="2200" spc="-1" strike="noStrike">
              <a:latin typeface="Arial"/>
            </a:endParaRPr>
          </a:p>
          <a:p>
            <a:pPr>
              <a:lnSpc>
                <a:spcPct val="100000"/>
              </a:lnSpc>
            </a:pPr>
            <a:endParaRPr b="0" lang="en-US" sz="2200" spc="-1" strike="noStrike">
              <a:latin typeface="Arial"/>
            </a:endParaRPr>
          </a:p>
          <a:p>
            <a:pPr>
              <a:lnSpc>
                <a:spcPct val="100000"/>
              </a:lnSpc>
            </a:pPr>
            <a:r>
              <a:rPr b="1" lang="en-US" sz="2200" spc="-1" strike="noStrike">
                <a:solidFill>
                  <a:srgbClr val="000000"/>
                </a:solidFill>
                <a:latin typeface="Times New Roman"/>
                <a:ea typeface="DejaVu Sans"/>
              </a:rPr>
              <a:t> </a:t>
            </a:r>
            <a:r>
              <a:rPr b="1" lang="en-US" sz="2200" spc="-1" strike="noStrike">
                <a:solidFill>
                  <a:srgbClr val="000000"/>
                </a:solidFill>
                <a:latin typeface="Times New Roman"/>
                <a:ea typeface="DejaVu Sans"/>
              </a:rPr>
              <a:t>3)</a:t>
            </a:r>
            <a:r>
              <a:rPr b="0" lang="en-US" sz="2200" spc="-1" strike="noStrike">
                <a:solidFill>
                  <a:srgbClr val="000000"/>
                </a:solidFill>
                <a:latin typeface="Times New Roman"/>
                <a:ea typeface="DejaVu Sans"/>
              </a:rPr>
              <a:t> </a:t>
            </a:r>
            <a:r>
              <a:rPr b="1" lang="en-US" sz="2200" spc="-1" strike="noStrike">
                <a:solidFill>
                  <a:srgbClr val="000000"/>
                </a:solidFill>
                <a:latin typeface="Times New Roman"/>
                <a:ea typeface="DejaVu Sans"/>
              </a:rPr>
              <a:t>Ultrasonic Sensor </a:t>
            </a:r>
            <a:r>
              <a:rPr b="0" lang="en-US" sz="2200" spc="-1" strike="noStrike">
                <a:solidFill>
                  <a:srgbClr val="000000"/>
                </a:solidFill>
                <a:latin typeface="Times New Roman"/>
                <a:ea typeface="DejaVu Sans"/>
              </a:rPr>
              <a:t>– connected to GPIO pins for distance measurement.</a:t>
            </a:r>
            <a:endParaRPr b="0" lang="en-US" sz="2200" spc="-1" strike="noStrike">
              <a:latin typeface="Arial"/>
            </a:endParaRPr>
          </a:p>
          <a:p>
            <a:pPr>
              <a:lnSpc>
                <a:spcPct val="100000"/>
              </a:lnSpc>
            </a:pPr>
            <a:endParaRPr b="0" lang="en-US" sz="2200" spc="-1" strike="noStrike">
              <a:latin typeface="Arial"/>
            </a:endParaRPr>
          </a:p>
          <a:p>
            <a:pPr>
              <a:lnSpc>
                <a:spcPct val="100000"/>
              </a:lnSpc>
            </a:pPr>
            <a:r>
              <a:rPr b="0" lang="en-US" sz="2200" spc="-1" strike="noStrike">
                <a:solidFill>
                  <a:srgbClr val="000000"/>
                </a:solidFill>
                <a:latin typeface="Times New Roman"/>
                <a:ea typeface="DejaVu Sans"/>
              </a:rPr>
              <a:t> </a:t>
            </a:r>
            <a:r>
              <a:rPr b="1" lang="en-US" sz="2200" spc="-1" strike="noStrike">
                <a:solidFill>
                  <a:srgbClr val="000000"/>
                </a:solidFill>
                <a:latin typeface="Times New Roman"/>
                <a:ea typeface="DejaVu Sans"/>
              </a:rPr>
              <a:t>4)</a:t>
            </a:r>
            <a:r>
              <a:rPr b="0" lang="en-US" sz="2200" spc="-1" strike="noStrike">
                <a:solidFill>
                  <a:srgbClr val="000000"/>
                </a:solidFill>
                <a:latin typeface="Times New Roman"/>
                <a:ea typeface="DejaVu Sans"/>
              </a:rPr>
              <a:t> </a:t>
            </a:r>
            <a:r>
              <a:rPr b="1" lang="en-US" sz="2200" spc="-1" strike="noStrike">
                <a:solidFill>
                  <a:srgbClr val="000000"/>
                </a:solidFill>
                <a:latin typeface="Times New Roman"/>
                <a:ea typeface="DejaVu Sans"/>
              </a:rPr>
              <a:t>Pi Camera (NoIR</a:t>
            </a:r>
            <a:r>
              <a:rPr b="0" lang="en-US" sz="2200" spc="-1" strike="noStrike">
                <a:solidFill>
                  <a:srgbClr val="000000"/>
                </a:solidFill>
                <a:latin typeface="Times New Roman"/>
                <a:ea typeface="DejaVu Sans"/>
              </a:rPr>
              <a:t>) – connected via camera interface for capturing images.</a:t>
            </a:r>
            <a:endParaRPr b="0" lang="en-US" sz="2200" spc="-1" strike="noStrike">
              <a:latin typeface="Arial"/>
            </a:endParaRPr>
          </a:p>
          <a:p>
            <a:pPr>
              <a:lnSpc>
                <a:spcPct val="100000"/>
              </a:lnSpc>
            </a:pPr>
            <a:endParaRPr b="0" lang="en-US" sz="2200" spc="-1" strike="noStrike">
              <a:latin typeface="Arial"/>
            </a:endParaRPr>
          </a:p>
          <a:p>
            <a:pPr>
              <a:lnSpc>
                <a:spcPct val="100000"/>
              </a:lnSpc>
            </a:pPr>
            <a:r>
              <a:rPr b="0" lang="en-US" sz="2200" spc="-1" strike="noStrike">
                <a:solidFill>
                  <a:srgbClr val="000000"/>
                </a:solidFill>
                <a:latin typeface="Times New Roman"/>
                <a:ea typeface="DejaVu Sans"/>
              </a:rPr>
              <a:t> </a:t>
            </a:r>
            <a:r>
              <a:rPr b="1" lang="en-US" sz="2200" spc="-1" strike="noStrike">
                <a:solidFill>
                  <a:srgbClr val="000000"/>
                </a:solidFill>
                <a:latin typeface="Times New Roman"/>
                <a:ea typeface="DejaVu Sans"/>
              </a:rPr>
              <a:t>5)</a:t>
            </a:r>
            <a:r>
              <a:rPr b="0" lang="en-US" sz="2200" spc="-1" strike="noStrike">
                <a:solidFill>
                  <a:srgbClr val="000000"/>
                </a:solidFill>
                <a:latin typeface="Times New Roman"/>
                <a:ea typeface="DejaVu Sans"/>
              </a:rPr>
              <a:t> </a:t>
            </a:r>
            <a:r>
              <a:rPr b="1" lang="en-US" sz="2200" spc="-1" strike="noStrike">
                <a:solidFill>
                  <a:srgbClr val="000000"/>
                </a:solidFill>
                <a:latin typeface="Times New Roman"/>
                <a:ea typeface="DejaVu Sans"/>
              </a:rPr>
              <a:t>LoRa/ </a:t>
            </a:r>
            <a:endParaRPr b="0" lang="en-US" sz="2200" spc="-1" strike="noStrike">
              <a:latin typeface="Arial"/>
            </a:endParaRPr>
          </a:p>
          <a:p>
            <a:pPr>
              <a:lnSpc>
                <a:spcPct val="100000"/>
              </a:lnSpc>
            </a:pPr>
            <a:endParaRPr b="0" lang="en-US" sz="2200" spc="-1" strike="noStrike">
              <a:latin typeface="Arial"/>
            </a:endParaRPr>
          </a:p>
          <a:p>
            <a:pPr>
              <a:lnSpc>
                <a:spcPct val="100000"/>
              </a:lnSpc>
            </a:pPr>
            <a:r>
              <a:rPr b="0" lang="en-US" sz="2200" spc="-1" strike="noStrike">
                <a:solidFill>
                  <a:srgbClr val="000000"/>
                </a:solidFill>
                <a:latin typeface="Times New Roman"/>
                <a:ea typeface="DejaVu Sans"/>
              </a:rPr>
              <a:t> </a:t>
            </a:r>
            <a:r>
              <a:rPr b="1" lang="en-US" sz="2200" spc="-1" strike="noStrike">
                <a:solidFill>
                  <a:srgbClr val="000000"/>
                </a:solidFill>
                <a:latin typeface="Times New Roman"/>
                <a:ea typeface="DejaVu Sans"/>
              </a:rPr>
              <a:t>6)</a:t>
            </a:r>
            <a:r>
              <a:rPr b="0" lang="en-US" sz="2200" spc="-1" strike="noStrike">
                <a:solidFill>
                  <a:srgbClr val="000000"/>
                </a:solidFill>
                <a:latin typeface="Times New Roman"/>
                <a:ea typeface="DejaVu Sans"/>
              </a:rPr>
              <a:t> </a:t>
            </a:r>
            <a:r>
              <a:rPr b="1" lang="en-US" sz="2200" spc="-1" strike="noStrike">
                <a:solidFill>
                  <a:srgbClr val="000000"/>
                </a:solidFill>
                <a:latin typeface="Times New Roman"/>
                <a:ea typeface="DejaVu Sans"/>
              </a:rPr>
              <a:t>Buzzer / LED </a:t>
            </a:r>
            <a:r>
              <a:rPr b="0" lang="en-US" sz="2200" spc="-1" strike="noStrike">
                <a:solidFill>
                  <a:srgbClr val="000000"/>
                </a:solidFill>
                <a:latin typeface="Times New Roman"/>
                <a:ea typeface="DejaVu Sans"/>
              </a:rPr>
              <a:t>– connected to GPIO pins for local alert system.</a:t>
            </a:r>
            <a:endParaRPr b="0" lang="en-US" sz="2200" spc="-1" strike="noStrike">
              <a:latin typeface="Arial"/>
            </a:endParaRPr>
          </a:p>
          <a:p>
            <a:pPr>
              <a:lnSpc>
                <a:spcPct val="100000"/>
              </a:lnSpc>
            </a:pPr>
            <a:endParaRPr b="0" lang="en-US" sz="2200" spc="-1" strike="noStrike">
              <a:latin typeface="Arial"/>
            </a:endParaRPr>
          </a:p>
          <a:p>
            <a:pPr>
              <a:lnSpc>
                <a:spcPct val="100000"/>
              </a:lnSpc>
            </a:pPr>
            <a:r>
              <a:rPr b="0" lang="en-US" sz="2200" spc="-1" strike="noStrike">
                <a:solidFill>
                  <a:srgbClr val="000000"/>
                </a:solidFill>
                <a:latin typeface="Times New Roman"/>
                <a:ea typeface="DejaVu Sans"/>
              </a:rPr>
              <a:t> </a:t>
            </a:r>
            <a:r>
              <a:rPr b="1" lang="en-US" sz="2200" spc="-1" strike="noStrike">
                <a:solidFill>
                  <a:srgbClr val="000000"/>
                </a:solidFill>
                <a:latin typeface="Times New Roman"/>
                <a:ea typeface="DejaVu Sans"/>
              </a:rPr>
              <a:t>7) Solar Panel with Battery </a:t>
            </a:r>
            <a:r>
              <a:rPr b="0" lang="en-US" sz="2200" spc="-1" strike="noStrike">
                <a:solidFill>
                  <a:srgbClr val="000000"/>
                </a:solidFill>
                <a:latin typeface="Times New Roman"/>
                <a:ea typeface="DejaVu Sans"/>
              </a:rPr>
              <a:t>– supplies power to Raspberry Pi and all modules.</a:t>
            </a:r>
            <a:endParaRPr b="0" lang="en-US" sz="22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3" name="Picture 3" descr=""/>
          <p:cNvPicPr/>
          <p:nvPr/>
        </p:nvPicPr>
        <p:blipFill>
          <a:blip r:embed="rId1"/>
          <a:stretch/>
        </p:blipFill>
        <p:spPr>
          <a:xfrm>
            <a:off x="49680" y="0"/>
            <a:ext cx="1312200" cy="1110240"/>
          </a:xfrm>
          <a:prstGeom prst="rect">
            <a:avLst/>
          </a:prstGeom>
          <a:ln>
            <a:noFill/>
          </a:ln>
        </p:spPr>
      </p:pic>
      <p:pic>
        <p:nvPicPr>
          <p:cNvPr id="134" name="Picture 4" descr=""/>
          <p:cNvPicPr/>
          <p:nvPr/>
        </p:nvPicPr>
        <p:blipFill>
          <a:blip r:embed="rId2"/>
          <a:stretch/>
        </p:blipFill>
        <p:spPr>
          <a:xfrm>
            <a:off x="10502280" y="0"/>
            <a:ext cx="1639080" cy="1224720"/>
          </a:xfrm>
          <a:prstGeom prst="rect">
            <a:avLst/>
          </a:prstGeom>
          <a:ln>
            <a:noFill/>
          </a:ln>
        </p:spPr>
      </p:pic>
      <p:sp>
        <p:nvSpPr>
          <p:cNvPr id="135" name="CustomShape 1"/>
          <p:cNvSpPr/>
          <p:nvPr/>
        </p:nvSpPr>
        <p:spPr>
          <a:xfrm>
            <a:off x="4584240" y="1110600"/>
            <a:ext cx="3023280" cy="827280"/>
          </a:xfrm>
          <a:prstGeom prst="rect">
            <a:avLst/>
          </a:prstGeom>
          <a:ln>
            <a:solidFill>
              <a:schemeClr val="bg1"/>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pPr>
            <a:r>
              <a:rPr b="1" lang="en-US" sz="2800" spc="-1" strike="noStrike" u="sng">
                <a:solidFill>
                  <a:srgbClr val="000000"/>
                </a:solidFill>
                <a:uFillTx/>
                <a:latin typeface="Calibri"/>
                <a:ea typeface="DejaVu Sans"/>
              </a:rPr>
              <a:t>ADVANTAGES</a:t>
            </a:r>
            <a:endParaRPr b="0" lang="en-US" sz="2800" spc="-1" strike="noStrike">
              <a:latin typeface="Arial"/>
            </a:endParaRPr>
          </a:p>
        </p:txBody>
      </p:sp>
      <p:sp>
        <p:nvSpPr>
          <p:cNvPr id="136" name="CustomShape 2"/>
          <p:cNvSpPr/>
          <p:nvPr/>
        </p:nvSpPr>
        <p:spPr>
          <a:xfrm>
            <a:off x="1290240" y="2577600"/>
            <a:ext cx="9407520" cy="4239000"/>
          </a:xfrm>
          <a:prstGeom prst="rect">
            <a:avLst/>
          </a:prstGeom>
          <a:ln>
            <a:solidFill>
              <a:schemeClr val="bg1"/>
            </a:solidFill>
            <a:round/>
          </a:ln>
        </p:spPr>
        <p:style>
          <a:lnRef idx="2">
            <a:schemeClr val="dk1"/>
          </a:lnRef>
          <a:fillRef idx="1">
            <a:schemeClr val="lt1"/>
          </a:fillRef>
          <a:effectRef idx="0">
            <a:schemeClr val="dk1"/>
          </a:effectRef>
          <a:fontRef idx="minor"/>
        </p:style>
        <p:txBody>
          <a:bodyPr lIns="90000" rIns="90000" tIns="45000" bIns="45000" anchor="ctr">
            <a:noAutofit/>
          </a:bodyPr>
          <a:p>
            <a:pPr marL="343080" indent="-342720">
              <a:lnSpc>
                <a:spcPct val="150000"/>
              </a:lnSpc>
              <a:spcBef>
                <a:spcPts val="96"/>
              </a:spcBef>
              <a:buClr>
                <a:srgbClr val="000000"/>
              </a:buClr>
              <a:buFont typeface="Arial"/>
              <a:buChar char="•"/>
            </a:pPr>
            <a:r>
              <a:rPr b="0" lang="en-US" sz="2400" spc="-1" strike="noStrike">
                <a:solidFill>
                  <a:srgbClr val="000000"/>
                </a:solidFill>
                <a:latin typeface="Calibri"/>
                <a:ea typeface="DejaVu Sans"/>
              </a:rPr>
              <a:t>AI-based accurate threat detection (YOLOv5)</a:t>
            </a:r>
            <a:endParaRPr b="0" lang="en-US" sz="2400" spc="-1" strike="noStrike">
              <a:latin typeface="Arial"/>
            </a:endParaRPr>
          </a:p>
          <a:p>
            <a:pPr marL="343080" indent="-342720">
              <a:lnSpc>
                <a:spcPct val="150000"/>
              </a:lnSpc>
              <a:spcBef>
                <a:spcPts val="96"/>
              </a:spcBef>
              <a:buClr>
                <a:srgbClr val="000000"/>
              </a:buClr>
              <a:buFont typeface="Arial"/>
              <a:buChar char="•"/>
            </a:pPr>
            <a:r>
              <a:rPr b="0" lang="en-US" sz="2400" spc="-1" strike="noStrike">
                <a:solidFill>
                  <a:srgbClr val="000000"/>
                </a:solidFill>
                <a:latin typeface="Calibri"/>
                <a:ea typeface="DejaVu Sans"/>
              </a:rPr>
              <a:t>Wireless data transfer via LoRa</a:t>
            </a:r>
            <a:endParaRPr b="0" lang="en-US" sz="2400" spc="-1" strike="noStrike">
              <a:latin typeface="Arial"/>
            </a:endParaRPr>
          </a:p>
          <a:p>
            <a:pPr marL="343080" indent="-342720">
              <a:lnSpc>
                <a:spcPct val="150000"/>
              </a:lnSpc>
              <a:spcBef>
                <a:spcPts val="96"/>
              </a:spcBef>
              <a:buClr>
                <a:srgbClr val="000000"/>
              </a:buClr>
              <a:buFont typeface="Arial"/>
              <a:buChar char="•"/>
            </a:pPr>
            <a:r>
              <a:rPr b="0" lang="en-US" sz="2400" spc="-1" strike="noStrike">
                <a:solidFill>
                  <a:srgbClr val="000000"/>
                </a:solidFill>
                <a:latin typeface="Calibri"/>
                <a:ea typeface="DejaVu Sans"/>
              </a:rPr>
              <a:t>Remote control and monitoring through Blynk app</a:t>
            </a:r>
            <a:endParaRPr b="0" lang="en-US" sz="2400" spc="-1" strike="noStrike">
              <a:latin typeface="Arial"/>
            </a:endParaRPr>
          </a:p>
          <a:p>
            <a:pPr marL="343080" indent="-342720">
              <a:lnSpc>
                <a:spcPct val="150000"/>
              </a:lnSpc>
              <a:spcBef>
                <a:spcPts val="96"/>
              </a:spcBef>
              <a:buClr>
                <a:srgbClr val="000000"/>
              </a:buClr>
              <a:buFont typeface="Arial"/>
              <a:buChar char="•"/>
            </a:pPr>
            <a:r>
              <a:rPr b="0" lang="en-US" sz="2400" spc="-1" strike="noStrike">
                <a:solidFill>
                  <a:srgbClr val="000000"/>
                </a:solidFill>
                <a:latin typeface="Calibri"/>
                <a:ea typeface="DejaVu Sans"/>
              </a:rPr>
              <a:t>Energy-efficient with solar power</a:t>
            </a:r>
            <a:endParaRPr b="0" lang="en-US" sz="2400" spc="-1" strike="noStrike">
              <a:latin typeface="Arial"/>
            </a:endParaRPr>
          </a:p>
          <a:p>
            <a:pPr marL="343080" indent="-342720">
              <a:lnSpc>
                <a:spcPct val="150000"/>
              </a:lnSpc>
              <a:spcBef>
                <a:spcPts val="96"/>
              </a:spcBef>
              <a:buClr>
                <a:srgbClr val="000000"/>
              </a:buClr>
              <a:buFont typeface="Arial"/>
              <a:buChar char="•"/>
            </a:pPr>
            <a:r>
              <a:rPr b="0" lang="en-US" sz="2400" spc="-1" strike="noStrike">
                <a:solidFill>
                  <a:srgbClr val="000000"/>
                </a:solidFill>
                <a:latin typeface="Calibri"/>
                <a:ea typeface="DejaVu Sans"/>
              </a:rPr>
              <a:t>Easy integration with cloud (Firebase)</a:t>
            </a:r>
            <a:endParaRPr b="0" lang="en-US" sz="2400" spc="-1" strike="noStrike">
              <a:latin typeface="Arial"/>
            </a:endParaRPr>
          </a:p>
          <a:p>
            <a:pPr marL="343080" indent="-342720">
              <a:lnSpc>
                <a:spcPct val="150000"/>
              </a:lnSpc>
              <a:spcBef>
                <a:spcPts val="96"/>
              </a:spcBef>
              <a:buClr>
                <a:srgbClr val="000000"/>
              </a:buClr>
              <a:buFont typeface="Arial"/>
              <a:buChar char="•"/>
            </a:pPr>
            <a:r>
              <a:rPr b="0" lang="en-US" sz="2400" spc="-1" strike="noStrike">
                <a:solidFill>
                  <a:srgbClr val="000000"/>
                </a:solidFill>
                <a:latin typeface="Calibri"/>
                <a:ea typeface="DejaVu Sans"/>
              </a:rPr>
              <a:t>Cost-effective and scalable</a:t>
            </a:r>
            <a:endParaRPr b="0" lang="en-US" sz="2400" spc="-1" strike="noStrike">
              <a:latin typeface="Arial"/>
            </a:endParaRPr>
          </a:p>
          <a:p>
            <a:pPr marL="343080" indent="-342720">
              <a:lnSpc>
                <a:spcPct val="150000"/>
              </a:lnSpc>
              <a:spcBef>
                <a:spcPts val="96"/>
              </a:spcBef>
              <a:buClr>
                <a:srgbClr val="000000"/>
              </a:buClr>
              <a:buFont typeface="Arial"/>
              <a:buChar char="•"/>
            </a:pPr>
            <a:r>
              <a:rPr b="0" lang="en-US" sz="2400" spc="-1" strike="noStrike">
                <a:solidFill>
                  <a:srgbClr val="000000"/>
                </a:solidFill>
                <a:latin typeface="Calibri"/>
                <a:ea typeface="DejaVu Sans"/>
              </a:rPr>
              <a:t>Real-time alert system with siren and LEDs</a:t>
            </a:r>
            <a:endParaRPr b="0" lang="en-US" sz="2400" spc="-1" strike="noStrike">
              <a:latin typeface="Arial"/>
            </a:endParaRPr>
          </a:p>
          <a:p>
            <a:pPr>
              <a:lnSpc>
                <a:spcPct val="250000"/>
              </a:lnSpc>
            </a:pPr>
            <a:endParaRPr b="0" lang="en-US" sz="2400" spc="-1" strike="noStrike">
              <a:latin typeface="Arial"/>
            </a:endParaRPr>
          </a:p>
          <a:p>
            <a:pPr>
              <a:lnSpc>
                <a:spcPct val="250000"/>
              </a:lnSpc>
            </a:pPr>
            <a:endParaRPr b="0" lang="en-US" sz="2400" spc="-1" strike="noStrike">
              <a:latin typeface="Arial"/>
            </a:endParaRPr>
          </a:p>
        </p:txBody>
      </p:sp>
      <p:sp>
        <p:nvSpPr>
          <p:cNvPr id="137" name="CustomShape 3"/>
          <p:cNvSpPr/>
          <p:nvPr/>
        </p:nvSpPr>
        <p:spPr>
          <a:xfrm>
            <a:off x="959040" y="-117720"/>
            <a:ext cx="10070280" cy="1460160"/>
          </a:xfrm>
          <a:prstGeom prst="rect">
            <a:avLst/>
          </a:prstGeom>
          <a:noFill/>
          <a:ln>
            <a:noFill/>
          </a:ln>
        </p:spPr>
        <p:style>
          <a:lnRef idx="0"/>
          <a:fillRef idx="0"/>
          <a:effectRef idx="0"/>
          <a:fontRef idx="minor"/>
        </p:style>
        <p:txBody>
          <a:bodyPr lIns="90000" rIns="90000" tIns="45000" bIns="45000" anchor="ctr">
            <a:normAutofit/>
          </a:bodyPr>
          <a:p>
            <a:pPr algn="ctr">
              <a:lnSpc>
                <a:spcPct val="90000"/>
              </a:lnSpc>
            </a:pPr>
            <a:r>
              <a:rPr b="1" lang="en-US" sz="2400" spc="-1" strike="noStrike">
                <a:solidFill>
                  <a:srgbClr val="000000"/>
                </a:solidFill>
                <a:latin typeface="Arial Black"/>
                <a:ea typeface="DejaVu Sans"/>
              </a:rPr>
              <a:t>Dhole Patil Education Society’s</a:t>
            </a:r>
            <a:br/>
            <a:r>
              <a:rPr b="1" lang="en-US" sz="3100" spc="-1" strike="noStrike">
                <a:solidFill>
                  <a:srgbClr val="000000"/>
                </a:solidFill>
                <a:latin typeface="Arial Black"/>
                <a:ea typeface="DejaVu Sans"/>
              </a:rPr>
              <a:t>Dhole Patil College of Engineering, Pune </a:t>
            </a:r>
            <a:endParaRPr b="0" lang="en-US" sz="31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CustomShape 1"/>
          <p:cNvSpPr/>
          <p:nvPr/>
        </p:nvSpPr>
        <p:spPr>
          <a:xfrm>
            <a:off x="1155960" y="-15120"/>
            <a:ext cx="10294920" cy="1137960"/>
          </a:xfrm>
          <a:prstGeom prst="rect">
            <a:avLst/>
          </a:prstGeom>
          <a:noFill/>
          <a:ln>
            <a:noFill/>
          </a:ln>
        </p:spPr>
        <p:style>
          <a:lnRef idx="0"/>
          <a:fillRef idx="0"/>
          <a:effectRef idx="0"/>
          <a:fontRef idx="minor"/>
        </p:style>
        <p:txBody>
          <a:bodyPr lIns="90000" rIns="90000" tIns="45000" bIns="45000" anchor="ctr">
            <a:normAutofit/>
          </a:bodyPr>
          <a:p>
            <a:pPr algn="ctr">
              <a:lnSpc>
                <a:spcPct val="90000"/>
              </a:lnSpc>
            </a:pPr>
            <a:r>
              <a:rPr b="1" lang="en-US" sz="3100" spc="-1" strike="noStrike">
                <a:solidFill>
                  <a:srgbClr val="000000"/>
                </a:solidFill>
                <a:latin typeface="Arial Black"/>
                <a:ea typeface="DejaVu Sans"/>
              </a:rPr>
              <a:t>Dhole Patil Education Society’s</a:t>
            </a:r>
            <a:br/>
            <a:r>
              <a:rPr b="1" lang="en-US" sz="3100" spc="-1" strike="noStrike">
                <a:solidFill>
                  <a:srgbClr val="000000"/>
                </a:solidFill>
                <a:latin typeface="Arial Black"/>
                <a:ea typeface="DejaVu Sans"/>
              </a:rPr>
              <a:t>Dhole Patil College of Engineering, Pune </a:t>
            </a:r>
            <a:endParaRPr b="0" lang="en-US" sz="3100" spc="-1" strike="noStrike">
              <a:latin typeface="Arial"/>
            </a:endParaRPr>
          </a:p>
        </p:txBody>
      </p:sp>
      <p:sp>
        <p:nvSpPr>
          <p:cNvPr id="139" name="CustomShape 2"/>
          <p:cNvSpPr/>
          <p:nvPr/>
        </p:nvSpPr>
        <p:spPr>
          <a:xfrm>
            <a:off x="1280160" y="2108160"/>
            <a:ext cx="10072800" cy="3789000"/>
          </a:xfrm>
          <a:prstGeom prst="rect">
            <a:avLst/>
          </a:prstGeom>
          <a:noFill/>
          <a:ln>
            <a:noFill/>
          </a:ln>
        </p:spPr>
        <p:style>
          <a:lnRef idx="0"/>
          <a:fillRef idx="0"/>
          <a:effectRef idx="0"/>
          <a:fontRef idx="minor"/>
        </p:style>
        <p:txBody>
          <a:bodyPr lIns="90000" rIns="90000" tIns="45000" bIns="45000">
            <a:normAutofit/>
          </a:bodyPr>
          <a:p>
            <a:pPr marL="228600" indent="-227520">
              <a:lnSpc>
                <a:spcPct val="100000"/>
              </a:lnSpc>
              <a:spcBef>
                <a:spcPts val="1001"/>
              </a:spcBef>
              <a:buClr>
                <a:srgbClr val="000000"/>
              </a:buClr>
              <a:buFont typeface="Arial"/>
              <a:buChar char="•"/>
            </a:pPr>
            <a:r>
              <a:rPr b="0" lang="en-US" sz="2400" spc="-1" strike="noStrike">
                <a:solidFill>
                  <a:srgbClr val="000000"/>
                </a:solidFill>
                <a:latin typeface="Times New Roman"/>
                <a:ea typeface="DejaVu Sans"/>
              </a:rPr>
              <a:t>Crop protection from animals</a:t>
            </a:r>
            <a:endParaRPr b="0" lang="en-US" sz="2400" spc="-1" strike="noStrike">
              <a:latin typeface="Arial"/>
            </a:endParaRPr>
          </a:p>
          <a:p>
            <a:pPr marL="228600" indent="-227520">
              <a:lnSpc>
                <a:spcPct val="100000"/>
              </a:lnSpc>
              <a:spcBef>
                <a:spcPts val="1001"/>
              </a:spcBef>
              <a:buClr>
                <a:srgbClr val="000000"/>
              </a:buClr>
              <a:buFont typeface="Arial"/>
              <a:buChar char="•"/>
            </a:pPr>
            <a:r>
              <a:rPr b="0" lang="en-US" sz="2400" spc="-1" strike="noStrike">
                <a:solidFill>
                  <a:srgbClr val="000000"/>
                </a:solidFill>
                <a:latin typeface="Times New Roman"/>
                <a:ea typeface="DejaVu Sans"/>
              </a:rPr>
              <a:t>Smart agriculture farm monitoring</a:t>
            </a:r>
            <a:endParaRPr b="0" lang="en-US" sz="2400" spc="-1" strike="noStrike">
              <a:latin typeface="Arial"/>
            </a:endParaRPr>
          </a:p>
          <a:p>
            <a:pPr marL="228600" indent="-227520">
              <a:lnSpc>
                <a:spcPct val="100000"/>
              </a:lnSpc>
              <a:spcBef>
                <a:spcPts val="1001"/>
              </a:spcBef>
              <a:buClr>
                <a:srgbClr val="000000"/>
              </a:buClr>
              <a:buFont typeface="Arial"/>
              <a:buChar char="•"/>
            </a:pPr>
            <a:r>
              <a:rPr b="0" lang="en-US" sz="2400" spc="-1" strike="noStrike">
                <a:solidFill>
                  <a:srgbClr val="000000"/>
                </a:solidFill>
                <a:latin typeface="Times New Roman"/>
                <a:ea typeface="DejaVu Sans"/>
              </a:rPr>
              <a:t>Wildlife monitoring</a:t>
            </a:r>
            <a:endParaRPr b="0" lang="en-US" sz="2400" spc="-1" strike="noStrike">
              <a:latin typeface="Arial"/>
            </a:endParaRPr>
          </a:p>
          <a:p>
            <a:pPr marL="228600" indent="-227520">
              <a:lnSpc>
                <a:spcPct val="100000"/>
              </a:lnSpc>
              <a:spcBef>
                <a:spcPts val="1001"/>
              </a:spcBef>
              <a:buClr>
                <a:srgbClr val="000000"/>
              </a:buClr>
              <a:buFont typeface="Arial"/>
              <a:buChar char="•"/>
            </a:pPr>
            <a:r>
              <a:rPr b="0" lang="en-US" sz="2400" spc="-1" strike="noStrike">
                <a:solidFill>
                  <a:srgbClr val="000000"/>
                </a:solidFill>
                <a:latin typeface="Times New Roman"/>
                <a:ea typeface="DejaVu Sans"/>
              </a:rPr>
              <a:t>Farm security against intruders</a:t>
            </a:r>
            <a:endParaRPr b="0" lang="en-US" sz="2400" spc="-1" strike="noStrike">
              <a:latin typeface="Arial"/>
            </a:endParaRPr>
          </a:p>
          <a:p>
            <a:pPr marL="228600" indent="-227520">
              <a:lnSpc>
                <a:spcPct val="100000"/>
              </a:lnSpc>
              <a:spcBef>
                <a:spcPts val="1001"/>
              </a:spcBef>
              <a:buClr>
                <a:srgbClr val="000000"/>
              </a:buClr>
              <a:buFont typeface="Arial"/>
              <a:buChar char="•"/>
            </a:pPr>
            <a:r>
              <a:rPr b="0" lang="en-US" sz="2400" spc="-1" strike="noStrike">
                <a:solidFill>
                  <a:srgbClr val="000000"/>
                </a:solidFill>
                <a:latin typeface="Times New Roman"/>
                <a:ea typeface="DejaVu Sans"/>
              </a:rPr>
              <a:t>Remote farming support</a:t>
            </a:r>
            <a:endParaRPr b="0" lang="en-US" sz="2400" spc="-1" strike="noStrike">
              <a:latin typeface="Arial"/>
            </a:endParaRPr>
          </a:p>
          <a:p>
            <a:pPr marL="228600" indent="-227520">
              <a:lnSpc>
                <a:spcPct val="100000"/>
              </a:lnSpc>
              <a:spcBef>
                <a:spcPts val="1001"/>
              </a:spcBef>
              <a:buClr>
                <a:srgbClr val="000000"/>
              </a:buClr>
              <a:buFont typeface="Arial"/>
              <a:buChar char="•"/>
            </a:pPr>
            <a:r>
              <a:rPr b="0" lang="en-US" sz="2400" spc="-1" strike="noStrike">
                <a:solidFill>
                  <a:srgbClr val="000000"/>
                </a:solidFill>
                <a:latin typeface="Times New Roman"/>
                <a:ea typeface="DejaVu Sans"/>
              </a:rPr>
              <a:t>Custom farming services.</a:t>
            </a:r>
            <a:endParaRPr b="0" lang="en-US" sz="2400" spc="-1" strike="noStrike">
              <a:latin typeface="Arial"/>
            </a:endParaRPr>
          </a:p>
          <a:p>
            <a:pPr>
              <a:lnSpc>
                <a:spcPct val="100000"/>
              </a:lnSpc>
              <a:spcBef>
                <a:spcPts val="1001"/>
              </a:spcBef>
            </a:pPr>
            <a:endParaRPr b="0" lang="en-US" sz="2400" spc="-1" strike="noStrike">
              <a:latin typeface="Arial"/>
            </a:endParaRPr>
          </a:p>
          <a:p>
            <a:pPr>
              <a:lnSpc>
                <a:spcPct val="200000"/>
              </a:lnSpc>
              <a:spcBef>
                <a:spcPts val="1001"/>
              </a:spcBef>
            </a:pPr>
            <a:endParaRPr b="0" lang="en-US" sz="2400" spc="-1" strike="noStrike">
              <a:latin typeface="Arial"/>
            </a:endParaRPr>
          </a:p>
          <a:p>
            <a:pPr>
              <a:lnSpc>
                <a:spcPct val="90000"/>
              </a:lnSpc>
              <a:spcBef>
                <a:spcPts val="1001"/>
              </a:spcBef>
            </a:pPr>
            <a:endParaRPr b="0" lang="en-US" sz="2400" spc="-1" strike="noStrike">
              <a:latin typeface="Arial"/>
            </a:endParaRPr>
          </a:p>
        </p:txBody>
      </p:sp>
      <p:pic>
        <p:nvPicPr>
          <p:cNvPr id="140" name="Picture 3" descr=""/>
          <p:cNvPicPr/>
          <p:nvPr/>
        </p:nvPicPr>
        <p:blipFill>
          <a:blip r:embed="rId1"/>
          <a:stretch/>
        </p:blipFill>
        <p:spPr>
          <a:xfrm>
            <a:off x="191520" y="44640"/>
            <a:ext cx="1270800" cy="1078200"/>
          </a:xfrm>
          <a:prstGeom prst="rect">
            <a:avLst/>
          </a:prstGeom>
          <a:ln>
            <a:noFill/>
          </a:ln>
        </p:spPr>
      </p:pic>
      <p:pic>
        <p:nvPicPr>
          <p:cNvPr id="141" name="Picture 4" descr=""/>
          <p:cNvPicPr/>
          <p:nvPr/>
        </p:nvPicPr>
        <p:blipFill>
          <a:blip r:embed="rId2"/>
          <a:stretch/>
        </p:blipFill>
        <p:spPr>
          <a:xfrm>
            <a:off x="10710720" y="14040"/>
            <a:ext cx="1480320" cy="1108800"/>
          </a:xfrm>
          <a:prstGeom prst="rect">
            <a:avLst/>
          </a:prstGeom>
          <a:ln>
            <a:noFill/>
          </a:ln>
        </p:spPr>
      </p:pic>
      <p:sp>
        <p:nvSpPr>
          <p:cNvPr id="142" name="CustomShape 3"/>
          <p:cNvSpPr/>
          <p:nvPr/>
        </p:nvSpPr>
        <p:spPr>
          <a:xfrm>
            <a:off x="4295520" y="1357200"/>
            <a:ext cx="3600720" cy="51660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2800" spc="-1" strike="noStrike" u="sng">
                <a:solidFill>
                  <a:srgbClr val="000000"/>
                </a:solidFill>
                <a:uFillTx/>
                <a:latin typeface="Calibri"/>
                <a:ea typeface="DejaVu Sans"/>
              </a:rPr>
              <a:t>APPLICATION</a:t>
            </a:r>
            <a:endParaRPr b="0" lang="en-US" sz="28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CustomShape 1"/>
          <p:cNvSpPr/>
          <p:nvPr/>
        </p:nvSpPr>
        <p:spPr>
          <a:xfrm>
            <a:off x="1153440" y="44640"/>
            <a:ext cx="10070280" cy="1460160"/>
          </a:xfrm>
          <a:prstGeom prst="rect">
            <a:avLst/>
          </a:prstGeom>
          <a:noFill/>
          <a:ln>
            <a:noFill/>
          </a:ln>
        </p:spPr>
        <p:style>
          <a:lnRef idx="0"/>
          <a:fillRef idx="0"/>
          <a:effectRef idx="0"/>
          <a:fontRef idx="minor"/>
        </p:style>
        <p:txBody>
          <a:bodyPr lIns="90000" rIns="90000" tIns="45000" bIns="45000" anchor="ctr">
            <a:normAutofit/>
          </a:bodyPr>
          <a:p>
            <a:pPr algn="ctr">
              <a:lnSpc>
                <a:spcPct val="90000"/>
              </a:lnSpc>
            </a:pPr>
            <a:r>
              <a:rPr b="1" lang="en-US" sz="2400" spc="-1" strike="noStrike">
                <a:solidFill>
                  <a:srgbClr val="000000"/>
                </a:solidFill>
                <a:latin typeface="Arial Black"/>
                <a:ea typeface="DejaVu Sans"/>
              </a:rPr>
              <a:t>Dhole Patil Education Society’s</a:t>
            </a:r>
            <a:br/>
            <a:r>
              <a:rPr b="1" lang="en-US" sz="3100" spc="-1" strike="noStrike">
                <a:solidFill>
                  <a:srgbClr val="000000"/>
                </a:solidFill>
                <a:latin typeface="Arial Black"/>
                <a:ea typeface="DejaVu Sans"/>
              </a:rPr>
              <a:t>Dhole Patil College of Engineering, Pune </a:t>
            </a:r>
            <a:endParaRPr b="0" lang="en-US" sz="3100" spc="-1" strike="noStrike">
              <a:latin typeface="Arial"/>
            </a:endParaRPr>
          </a:p>
        </p:txBody>
      </p:sp>
      <p:pic>
        <p:nvPicPr>
          <p:cNvPr id="144" name="Picture 3" descr=""/>
          <p:cNvPicPr/>
          <p:nvPr/>
        </p:nvPicPr>
        <p:blipFill>
          <a:blip r:embed="rId1"/>
          <a:stretch/>
        </p:blipFill>
        <p:spPr>
          <a:xfrm>
            <a:off x="191520" y="44640"/>
            <a:ext cx="1270800" cy="1078200"/>
          </a:xfrm>
          <a:prstGeom prst="rect">
            <a:avLst/>
          </a:prstGeom>
          <a:ln>
            <a:noFill/>
          </a:ln>
        </p:spPr>
      </p:pic>
      <p:pic>
        <p:nvPicPr>
          <p:cNvPr id="145" name="Picture 4" descr=""/>
          <p:cNvPicPr/>
          <p:nvPr/>
        </p:nvPicPr>
        <p:blipFill>
          <a:blip r:embed="rId2"/>
          <a:stretch/>
        </p:blipFill>
        <p:spPr>
          <a:xfrm>
            <a:off x="10710720" y="14040"/>
            <a:ext cx="1480320" cy="1108800"/>
          </a:xfrm>
          <a:prstGeom prst="rect">
            <a:avLst/>
          </a:prstGeom>
          <a:ln>
            <a:noFill/>
          </a:ln>
        </p:spPr>
      </p:pic>
      <p:sp>
        <p:nvSpPr>
          <p:cNvPr id="146" name="CustomShape 2"/>
          <p:cNvSpPr/>
          <p:nvPr/>
        </p:nvSpPr>
        <p:spPr>
          <a:xfrm>
            <a:off x="2687400" y="1505160"/>
            <a:ext cx="5396400" cy="51660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2800" spc="-1" strike="noStrike" u="sng">
                <a:solidFill>
                  <a:srgbClr val="000000"/>
                </a:solidFill>
                <a:uFillTx/>
                <a:latin typeface="Calibri"/>
                <a:ea typeface="DejaVu Sans"/>
              </a:rPr>
              <a:t>FUTURE SCOPE</a:t>
            </a:r>
            <a:endParaRPr b="0" lang="en-US" sz="2800" spc="-1" strike="noStrike">
              <a:latin typeface="Arial"/>
            </a:endParaRPr>
          </a:p>
        </p:txBody>
      </p:sp>
      <p:sp>
        <p:nvSpPr>
          <p:cNvPr id="147" name="CustomShape 3"/>
          <p:cNvSpPr/>
          <p:nvPr/>
        </p:nvSpPr>
        <p:spPr>
          <a:xfrm>
            <a:off x="1463040" y="2314800"/>
            <a:ext cx="10514880" cy="4350600"/>
          </a:xfrm>
          <a:prstGeom prst="rect">
            <a:avLst/>
          </a:prstGeom>
          <a:noFill/>
          <a:ln>
            <a:noFill/>
          </a:ln>
        </p:spPr>
        <p:style>
          <a:lnRef idx="0"/>
          <a:fillRef idx="0"/>
          <a:effectRef idx="0"/>
          <a:fontRef idx="minor"/>
        </p:style>
        <p:txBody>
          <a:bodyPr lIns="90000" rIns="90000" tIns="45000" bIns="45000">
            <a:normAutofit/>
          </a:bodyPr>
          <a:p>
            <a:pPr marL="228600" indent="-227520">
              <a:lnSpc>
                <a:spcPct val="100000"/>
              </a:lnSpc>
              <a:spcBef>
                <a:spcPts val="1001"/>
              </a:spcBef>
              <a:buClr>
                <a:srgbClr val="000000"/>
              </a:buClr>
              <a:buFont typeface="Arial"/>
              <a:buChar char="•"/>
            </a:pPr>
            <a:r>
              <a:rPr b="0" lang="en-US" sz="2400" spc="-1" strike="noStrike">
                <a:solidFill>
                  <a:srgbClr val="000000"/>
                </a:solidFill>
                <a:latin typeface="Times New Roman"/>
                <a:ea typeface="Tahoma"/>
              </a:rPr>
              <a:t>Integration with drones for aerial farm surveillance</a:t>
            </a:r>
            <a:endParaRPr b="0" lang="en-US" sz="2400" spc="-1" strike="noStrike">
              <a:latin typeface="Arial"/>
            </a:endParaRPr>
          </a:p>
          <a:p>
            <a:pPr marL="228600" indent="-227520">
              <a:lnSpc>
                <a:spcPct val="100000"/>
              </a:lnSpc>
              <a:spcBef>
                <a:spcPts val="1001"/>
              </a:spcBef>
              <a:buClr>
                <a:srgbClr val="000000"/>
              </a:buClr>
              <a:buFont typeface="Arial"/>
              <a:buChar char="•"/>
            </a:pPr>
            <a:r>
              <a:rPr b="0" lang="en-US" sz="2400" spc="-1" strike="noStrike">
                <a:solidFill>
                  <a:srgbClr val="000000"/>
                </a:solidFill>
                <a:latin typeface="Times New Roman"/>
                <a:ea typeface="Tahoma"/>
              </a:rPr>
              <a:t>Multi-animal classification using advanced AI models</a:t>
            </a:r>
            <a:endParaRPr b="0" lang="en-US" sz="2400" spc="-1" strike="noStrike">
              <a:latin typeface="Arial"/>
            </a:endParaRPr>
          </a:p>
          <a:p>
            <a:pPr marL="228600" indent="-227520">
              <a:lnSpc>
                <a:spcPct val="100000"/>
              </a:lnSpc>
              <a:spcBef>
                <a:spcPts val="1001"/>
              </a:spcBef>
              <a:buClr>
                <a:srgbClr val="000000"/>
              </a:buClr>
              <a:buFont typeface="Arial"/>
              <a:buChar char="•"/>
            </a:pPr>
            <a:r>
              <a:rPr b="0" lang="en-US" sz="2400" spc="-1" strike="noStrike">
                <a:solidFill>
                  <a:srgbClr val="000000"/>
                </a:solidFill>
                <a:latin typeface="Times New Roman"/>
                <a:ea typeface="Tahoma"/>
              </a:rPr>
              <a:t>Voice-enabled mobile applications for farmers</a:t>
            </a:r>
            <a:endParaRPr b="0" lang="en-US" sz="2400" spc="-1" strike="noStrike">
              <a:latin typeface="Arial"/>
            </a:endParaRPr>
          </a:p>
          <a:p>
            <a:pPr marL="228600" indent="-227520">
              <a:lnSpc>
                <a:spcPct val="100000"/>
              </a:lnSpc>
              <a:spcBef>
                <a:spcPts val="1001"/>
              </a:spcBef>
              <a:buClr>
                <a:srgbClr val="000000"/>
              </a:buClr>
              <a:buFont typeface="Arial"/>
              <a:buChar char="•"/>
            </a:pPr>
            <a:r>
              <a:rPr b="0" lang="en-US" sz="2400" spc="-1" strike="noStrike">
                <a:solidFill>
                  <a:srgbClr val="000000"/>
                </a:solidFill>
                <a:latin typeface="Times New Roman"/>
                <a:ea typeface="Tahoma"/>
              </a:rPr>
              <a:t>Improved solar power storage for 24/7 operation</a:t>
            </a:r>
            <a:endParaRPr b="0" lang="en-US" sz="2400" spc="-1" strike="noStrike">
              <a:latin typeface="Arial"/>
            </a:endParaRPr>
          </a:p>
          <a:p>
            <a:pPr marL="228600" indent="-227520">
              <a:lnSpc>
                <a:spcPct val="100000"/>
              </a:lnSpc>
              <a:spcBef>
                <a:spcPts val="1001"/>
              </a:spcBef>
              <a:buClr>
                <a:srgbClr val="000000"/>
              </a:buClr>
              <a:buFont typeface="Arial"/>
              <a:buChar char="•"/>
            </a:pPr>
            <a:r>
              <a:rPr b="0" lang="en-US" sz="2400" spc="-1" strike="noStrike">
                <a:solidFill>
                  <a:srgbClr val="000000"/>
                </a:solidFill>
                <a:latin typeface="Times New Roman"/>
                <a:ea typeface="Tahoma"/>
              </a:rPr>
              <a:t>IoT integration with smart irrigation systems</a:t>
            </a:r>
            <a:endParaRPr b="0" lang="en-US" sz="2400" spc="-1" strike="noStrike">
              <a:latin typeface="Arial"/>
            </a:endParaRPr>
          </a:p>
          <a:p>
            <a:pPr marL="228600" indent="-227520">
              <a:lnSpc>
                <a:spcPct val="100000"/>
              </a:lnSpc>
              <a:spcBef>
                <a:spcPts val="1001"/>
              </a:spcBef>
              <a:buClr>
                <a:srgbClr val="000000"/>
              </a:buClr>
              <a:buFont typeface="Arial"/>
              <a:buChar char="•"/>
            </a:pPr>
            <a:r>
              <a:rPr b="0" lang="en-US" sz="2400" spc="-1" strike="noStrike">
                <a:solidFill>
                  <a:srgbClr val="000000"/>
                </a:solidFill>
                <a:latin typeface="Times New Roman"/>
                <a:ea typeface="Tahoma"/>
              </a:rPr>
              <a:t>Scalability for large commercial farm</a:t>
            </a:r>
            <a:r>
              <a:rPr b="0" lang="en-US" sz="2600" spc="-1" strike="noStrike">
                <a:solidFill>
                  <a:srgbClr val="000000"/>
                </a:solidFill>
                <a:latin typeface="Times New Roman"/>
                <a:ea typeface="Tahoma"/>
              </a:rPr>
              <a:t>s</a:t>
            </a:r>
            <a:endParaRPr b="0" lang="en-US" sz="26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8" name="Picture 3" descr=""/>
          <p:cNvPicPr/>
          <p:nvPr/>
        </p:nvPicPr>
        <p:blipFill>
          <a:blip r:embed="rId1"/>
          <a:stretch/>
        </p:blipFill>
        <p:spPr>
          <a:xfrm>
            <a:off x="201240" y="0"/>
            <a:ext cx="1273320" cy="1078200"/>
          </a:xfrm>
          <a:prstGeom prst="rect">
            <a:avLst/>
          </a:prstGeom>
          <a:ln>
            <a:noFill/>
          </a:ln>
        </p:spPr>
      </p:pic>
      <p:pic>
        <p:nvPicPr>
          <p:cNvPr id="149" name="Picture 4" descr=""/>
          <p:cNvPicPr/>
          <p:nvPr/>
        </p:nvPicPr>
        <p:blipFill>
          <a:blip r:embed="rId2"/>
          <a:stretch/>
        </p:blipFill>
        <p:spPr>
          <a:xfrm>
            <a:off x="10706760" y="3960"/>
            <a:ext cx="1480680" cy="1108800"/>
          </a:xfrm>
          <a:prstGeom prst="rect">
            <a:avLst/>
          </a:prstGeom>
          <a:ln>
            <a:noFill/>
          </a:ln>
        </p:spPr>
      </p:pic>
      <p:sp>
        <p:nvSpPr>
          <p:cNvPr id="150" name="CustomShape 1"/>
          <p:cNvSpPr/>
          <p:nvPr/>
        </p:nvSpPr>
        <p:spPr>
          <a:xfrm>
            <a:off x="4670280" y="1078920"/>
            <a:ext cx="2840760" cy="842400"/>
          </a:xfrm>
          <a:prstGeom prst="rect">
            <a:avLst/>
          </a:prstGeom>
          <a:ln>
            <a:solidFill>
              <a:schemeClr val="bg1"/>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nSpc>
                <a:spcPct val="110000"/>
              </a:lnSpc>
            </a:pPr>
            <a:r>
              <a:rPr b="1" lang="en-US" sz="2800" spc="-1" strike="noStrike" u="sng">
                <a:solidFill>
                  <a:srgbClr val="000000"/>
                </a:solidFill>
                <a:uFillTx/>
                <a:latin typeface="Times New Roman"/>
                <a:ea typeface="DejaVu Sans"/>
              </a:rPr>
              <a:t>REFRENCES</a:t>
            </a:r>
            <a:endParaRPr b="0" lang="en-US" sz="2800" spc="-1" strike="noStrike">
              <a:latin typeface="Arial"/>
            </a:endParaRPr>
          </a:p>
        </p:txBody>
      </p:sp>
      <p:sp>
        <p:nvSpPr>
          <p:cNvPr id="151" name="CustomShape 2"/>
          <p:cNvSpPr/>
          <p:nvPr/>
        </p:nvSpPr>
        <p:spPr>
          <a:xfrm>
            <a:off x="951480" y="2036880"/>
            <a:ext cx="10386720" cy="4090320"/>
          </a:xfrm>
          <a:prstGeom prst="rect">
            <a:avLst/>
          </a:prstGeom>
          <a:noFill/>
          <a:ln>
            <a:noFill/>
          </a:ln>
        </p:spPr>
        <p:style>
          <a:lnRef idx="0"/>
          <a:fillRef idx="0"/>
          <a:effectRef idx="0"/>
          <a:fontRef idx="minor"/>
        </p:style>
        <p:txBody>
          <a:bodyPr lIns="90000" rIns="90000" tIns="45000" bIns="45000">
            <a:spAutoFit/>
          </a:bodyPr>
          <a:p>
            <a:pPr marL="216000" indent="-215640">
              <a:lnSpc>
                <a:spcPct val="150000"/>
              </a:lnSpc>
              <a:spcBef>
                <a:spcPts val="96"/>
              </a:spcBef>
              <a:buClr>
                <a:srgbClr val="000000"/>
              </a:buClr>
              <a:buFont typeface="StarSymbol"/>
              <a:buAutoNum type="arabicParenR"/>
            </a:pPr>
            <a:r>
              <a:rPr b="0" lang="en-US" sz="2000" spc="-1" strike="noStrike">
                <a:solidFill>
                  <a:srgbClr val="000000"/>
                </a:solidFill>
                <a:latin typeface="Calibri"/>
                <a:ea typeface="DejaVu Sans"/>
              </a:rPr>
              <a:t> </a:t>
            </a:r>
            <a:r>
              <a:rPr b="0" lang="en-US" sz="2000" spc="-1" strike="noStrike">
                <a:solidFill>
                  <a:srgbClr val="000000"/>
                </a:solidFill>
                <a:latin typeface="Calibri"/>
                <a:ea typeface="DejaVu Sans"/>
              </a:rPr>
              <a:t>Singh et al., "Fog-based Animal Detection System for Crop Protection", IEEE Xplore, 2023</a:t>
            </a:r>
            <a:endParaRPr b="0" lang="en-US" sz="2000" spc="-1" strike="noStrike">
              <a:latin typeface="Arial"/>
            </a:endParaRPr>
          </a:p>
          <a:p>
            <a:pPr marL="216000" indent="-215640">
              <a:lnSpc>
                <a:spcPct val="150000"/>
              </a:lnSpc>
              <a:spcBef>
                <a:spcPts val="96"/>
              </a:spcBef>
              <a:buClr>
                <a:srgbClr val="000000"/>
              </a:buClr>
              <a:buFont typeface="StarSymbol"/>
              <a:buAutoNum type="arabicParenR"/>
            </a:pPr>
            <a:r>
              <a:rPr b="0" lang="en-US" sz="2000" spc="-1" strike="noStrike">
                <a:solidFill>
                  <a:srgbClr val="000000"/>
                </a:solidFill>
                <a:latin typeface="Calibri"/>
                <a:ea typeface="DejaVu Sans"/>
              </a:rPr>
              <a:t> </a:t>
            </a:r>
            <a:r>
              <a:rPr b="0" lang="en-US" sz="2000" spc="-1" strike="noStrike">
                <a:solidFill>
                  <a:srgbClr val="000000"/>
                </a:solidFill>
                <a:latin typeface="Calibri"/>
                <a:ea typeface="DejaVu Sans"/>
              </a:rPr>
              <a:t>Kumar, R., "Edge AI in Agricultural Monitoring", Springer, 2021</a:t>
            </a:r>
            <a:endParaRPr b="0" lang="en-US" sz="2000" spc="-1" strike="noStrike">
              <a:latin typeface="Arial"/>
            </a:endParaRPr>
          </a:p>
          <a:p>
            <a:pPr marL="216000" indent="-215640">
              <a:lnSpc>
                <a:spcPct val="150000"/>
              </a:lnSpc>
              <a:spcBef>
                <a:spcPts val="96"/>
              </a:spcBef>
              <a:buClr>
                <a:srgbClr val="000000"/>
              </a:buClr>
              <a:buFont typeface="StarSymbol"/>
              <a:buAutoNum type="arabicParenR"/>
            </a:pPr>
            <a:r>
              <a:rPr b="0" lang="en-US" sz="2000" spc="-1" strike="noStrike">
                <a:solidFill>
                  <a:srgbClr val="000000"/>
                </a:solidFill>
                <a:latin typeface="Calibri"/>
                <a:ea typeface="DejaVu Sans"/>
              </a:rPr>
              <a:t> </a:t>
            </a:r>
            <a:r>
              <a:rPr b="0" lang="en-US" sz="2000" spc="-1" strike="noStrike" u="sng">
                <a:solidFill>
                  <a:srgbClr val="0563c1"/>
                </a:solidFill>
                <a:uFillTx/>
                <a:latin typeface="Calibri"/>
                <a:ea typeface="DejaVu Sans"/>
                <a:hlinkClick r:id="rId3"/>
              </a:rPr>
              <a:t>https://agmarknet.gov.in</a:t>
            </a:r>
            <a:endParaRPr b="0" lang="en-US" sz="2000" spc="-1" strike="noStrike">
              <a:latin typeface="Arial"/>
            </a:endParaRPr>
          </a:p>
          <a:p>
            <a:pPr marL="216000" indent="-215640">
              <a:lnSpc>
                <a:spcPct val="150000"/>
              </a:lnSpc>
              <a:spcBef>
                <a:spcPts val="96"/>
              </a:spcBef>
              <a:buClr>
                <a:srgbClr val="000000"/>
              </a:buClr>
              <a:buFont typeface="StarSymbol"/>
              <a:buAutoNum type="arabicParenR"/>
            </a:pPr>
            <a:r>
              <a:rPr b="0" lang="en-US" sz="2000" spc="-1" strike="noStrike">
                <a:solidFill>
                  <a:srgbClr val="000000"/>
                </a:solidFill>
                <a:latin typeface="Calibri"/>
                <a:ea typeface="DejaVu Sans"/>
              </a:rPr>
              <a:t> </a:t>
            </a:r>
            <a:r>
              <a:rPr b="0" lang="en-US" sz="2000" spc="-1" strike="noStrike" u="sng">
                <a:solidFill>
                  <a:srgbClr val="0563c1"/>
                </a:solidFill>
                <a:uFillTx/>
                <a:latin typeface="Calibri"/>
                <a:ea typeface="DejaVu Sans"/>
                <a:hlinkClick r:id="rId4"/>
              </a:rPr>
              <a:t>https://www.tensorflow.org/lite</a:t>
            </a:r>
            <a:endParaRPr b="0" lang="en-US" sz="2000" spc="-1" strike="noStrike">
              <a:latin typeface="Arial"/>
            </a:endParaRPr>
          </a:p>
          <a:p>
            <a:pPr marL="216000" indent="-215640">
              <a:lnSpc>
                <a:spcPct val="100000"/>
              </a:lnSpc>
              <a:buClr>
                <a:srgbClr val="000000"/>
              </a:buClr>
              <a:buFont typeface="StarSymbol"/>
              <a:buAutoNum type="arabicParenR"/>
            </a:pPr>
            <a:r>
              <a:rPr b="0" lang="en-US" sz="2000" spc="-1" strike="noStrike">
                <a:solidFill>
                  <a:srgbClr val="000000"/>
                </a:solidFill>
                <a:latin typeface="Calibri"/>
                <a:ea typeface="DejaVu Sans"/>
              </a:rPr>
              <a:t> </a:t>
            </a:r>
            <a:r>
              <a:rPr b="0" lang="en-US" sz="2000" spc="-1" strike="noStrike" u="sng">
                <a:solidFill>
                  <a:srgbClr val="0563c1"/>
                </a:solidFill>
                <a:uFillTx/>
                <a:latin typeface="Calibri"/>
                <a:ea typeface="DejaVu Sans"/>
                <a:hlinkClick r:id="rId5"/>
              </a:rPr>
              <a:t>https://www.raspberrypi.com</a:t>
            </a:r>
            <a:endParaRPr b="0" lang="en-US" sz="2000" spc="-1" strike="noStrike">
              <a:latin typeface="Arial"/>
            </a:endParaRPr>
          </a:p>
          <a:p>
            <a:pPr>
              <a:lnSpc>
                <a:spcPct val="100000"/>
              </a:lnSpc>
            </a:pPr>
            <a:endParaRPr b="0" lang="en-US" sz="2000" spc="-1" strike="noStrike">
              <a:latin typeface="Arial"/>
            </a:endParaRPr>
          </a:p>
          <a:p>
            <a:pPr>
              <a:lnSpc>
                <a:spcPct val="100000"/>
              </a:lnSpc>
            </a:pPr>
            <a:endParaRPr b="0" lang="en-US" sz="2000" spc="-1" strike="noStrike">
              <a:latin typeface="Arial"/>
            </a:endParaRPr>
          </a:p>
          <a:p>
            <a:pPr>
              <a:lnSpc>
                <a:spcPct val="100000"/>
              </a:lnSpc>
            </a:pPr>
            <a:endParaRPr b="0" lang="en-US" sz="2000" spc="-1" strike="noStrike">
              <a:latin typeface="Arial"/>
            </a:endParaRPr>
          </a:p>
          <a:p>
            <a:pPr>
              <a:lnSpc>
                <a:spcPct val="100000"/>
              </a:lnSpc>
            </a:pPr>
            <a:endParaRPr b="0" lang="en-US" sz="2000" spc="-1" strike="noStrike">
              <a:latin typeface="Arial"/>
            </a:endParaRPr>
          </a:p>
          <a:p>
            <a:pPr>
              <a:lnSpc>
                <a:spcPct val="100000"/>
              </a:lnSpc>
            </a:pPr>
            <a:endParaRPr b="0" lang="en-US" sz="2000" spc="-1" strike="noStrike">
              <a:latin typeface="Arial"/>
            </a:endParaRPr>
          </a:p>
          <a:p>
            <a:pPr>
              <a:lnSpc>
                <a:spcPct val="100000"/>
              </a:lnSpc>
            </a:pPr>
            <a:endParaRPr b="0" lang="en-US" sz="2000" spc="-1" strike="noStrike">
              <a:latin typeface="Arial"/>
            </a:endParaRPr>
          </a:p>
        </p:txBody>
      </p:sp>
      <p:sp>
        <p:nvSpPr>
          <p:cNvPr id="152" name="CustomShape 3"/>
          <p:cNvSpPr/>
          <p:nvPr/>
        </p:nvSpPr>
        <p:spPr>
          <a:xfrm>
            <a:off x="951480" y="-39600"/>
            <a:ext cx="10070280" cy="1460160"/>
          </a:xfrm>
          <a:prstGeom prst="rect">
            <a:avLst/>
          </a:prstGeom>
          <a:noFill/>
          <a:ln>
            <a:noFill/>
          </a:ln>
        </p:spPr>
        <p:style>
          <a:lnRef idx="0"/>
          <a:fillRef idx="0"/>
          <a:effectRef idx="0"/>
          <a:fontRef idx="minor"/>
        </p:style>
        <p:txBody>
          <a:bodyPr lIns="90000" rIns="90000" tIns="45000" bIns="45000" anchor="ctr">
            <a:normAutofit/>
          </a:bodyPr>
          <a:p>
            <a:pPr algn="ctr">
              <a:lnSpc>
                <a:spcPct val="90000"/>
              </a:lnSpc>
            </a:pPr>
            <a:r>
              <a:rPr b="1" lang="en-US" sz="2400" spc="-1" strike="noStrike">
                <a:solidFill>
                  <a:srgbClr val="000000"/>
                </a:solidFill>
                <a:latin typeface="Arial Black"/>
                <a:ea typeface="DejaVu Sans"/>
              </a:rPr>
              <a:t>Dhole Patil Education Society’s</a:t>
            </a:r>
            <a:br/>
            <a:r>
              <a:rPr b="1" lang="en-US" sz="3100" spc="-1" strike="noStrike">
                <a:solidFill>
                  <a:srgbClr val="000000"/>
                </a:solidFill>
                <a:latin typeface="Arial Black"/>
                <a:ea typeface="DejaVu Sans"/>
              </a:rPr>
              <a:t>Dhole Patil College of Engineering, Pune </a:t>
            </a:r>
            <a:endParaRPr b="0" lang="en-US" sz="31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CustomShape 1"/>
          <p:cNvSpPr/>
          <p:nvPr/>
        </p:nvSpPr>
        <p:spPr>
          <a:xfrm>
            <a:off x="1463040" y="209160"/>
            <a:ext cx="9143280" cy="883080"/>
          </a:xfrm>
          <a:prstGeom prst="rect">
            <a:avLst/>
          </a:prstGeom>
          <a:noFill/>
          <a:ln>
            <a:noFill/>
          </a:ln>
        </p:spPr>
        <p:style>
          <a:lnRef idx="0"/>
          <a:fillRef idx="0"/>
          <a:effectRef idx="0"/>
          <a:fontRef idx="minor"/>
        </p:style>
        <p:txBody>
          <a:bodyPr lIns="90000" rIns="90000" tIns="45000" bIns="45000" anchor="b">
            <a:normAutofit fontScale="83000"/>
          </a:bodyPr>
          <a:p>
            <a:pPr algn="ctr">
              <a:lnSpc>
                <a:spcPct val="90000"/>
              </a:lnSpc>
            </a:pPr>
            <a:r>
              <a:rPr b="1" lang="en-US" sz="2400" spc="-1" strike="noStrike">
                <a:solidFill>
                  <a:srgbClr val="000000"/>
                </a:solidFill>
                <a:latin typeface="Arial Black"/>
                <a:ea typeface="DejaVu Sans"/>
              </a:rPr>
              <a:t>Dhole Patil Education Society’s</a:t>
            </a:r>
            <a:br/>
            <a:r>
              <a:rPr b="1" lang="en-US" sz="3100" spc="-1" strike="noStrike">
                <a:solidFill>
                  <a:srgbClr val="000000"/>
                </a:solidFill>
                <a:latin typeface="Arial Black"/>
                <a:ea typeface="DejaVu Sans"/>
              </a:rPr>
              <a:t>Dhole Patil College of Engineering, Pune </a:t>
            </a:r>
            <a:endParaRPr b="0" lang="en-US" sz="3100" spc="-1" strike="noStrike">
              <a:latin typeface="Arial"/>
            </a:endParaRPr>
          </a:p>
        </p:txBody>
      </p:sp>
      <p:pic>
        <p:nvPicPr>
          <p:cNvPr id="154" name="Picture 3" descr=""/>
          <p:cNvPicPr/>
          <p:nvPr/>
        </p:nvPicPr>
        <p:blipFill>
          <a:blip r:embed="rId1"/>
          <a:stretch/>
        </p:blipFill>
        <p:spPr>
          <a:xfrm>
            <a:off x="191520" y="14040"/>
            <a:ext cx="1270800" cy="1078200"/>
          </a:xfrm>
          <a:prstGeom prst="rect">
            <a:avLst/>
          </a:prstGeom>
          <a:ln>
            <a:noFill/>
          </a:ln>
        </p:spPr>
      </p:pic>
      <p:pic>
        <p:nvPicPr>
          <p:cNvPr id="155" name="Picture 4" descr=""/>
          <p:cNvPicPr/>
          <p:nvPr/>
        </p:nvPicPr>
        <p:blipFill>
          <a:blip r:embed="rId2"/>
          <a:stretch/>
        </p:blipFill>
        <p:spPr>
          <a:xfrm>
            <a:off x="10710720" y="14040"/>
            <a:ext cx="1480320" cy="1108800"/>
          </a:xfrm>
          <a:prstGeom prst="rect">
            <a:avLst/>
          </a:prstGeom>
          <a:ln>
            <a:noFill/>
          </a:ln>
        </p:spPr>
      </p:pic>
      <p:sp>
        <p:nvSpPr>
          <p:cNvPr id="156" name="CustomShape 2"/>
          <p:cNvSpPr/>
          <p:nvPr/>
        </p:nvSpPr>
        <p:spPr>
          <a:xfrm>
            <a:off x="1524240" y="2601360"/>
            <a:ext cx="9143280" cy="1654920"/>
          </a:xfrm>
          <a:prstGeom prst="rect">
            <a:avLst/>
          </a:prstGeom>
          <a:noFill/>
          <a:ln>
            <a:noFill/>
          </a:ln>
        </p:spPr>
        <p:style>
          <a:lnRef idx="0"/>
          <a:fillRef idx="0"/>
          <a:effectRef idx="0"/>
          <a:fontRef idx="minor"/>
        </p:style>
        <p:txBody>
          <a:bodyPr lIns="90000" rIns="90000" tIns="45000" bIns="45000">
            <a:noAutofit/>
          </a:bodyPr>
          <a:p>
            <a:pPr algn="ctr">
              <a:lnSpc>
                <a:spcPct val="90000"/>
              </a:lnSpc>
              <a:spcBef>
                <a:spcPts val="1001"/>
              </a:spcBef>
            </a:pPr>
            <a:r>
              <a:rPr b="1" lang="en-US" sz="11500" spc="-1" strike="noStrike" u="sng">
                <a:solidFill>
                  <a:srgbClr val="000000"/>
                </a:solidFill>
                <a:uFillTx/>
                <a:latin typeface="Britannic Bold"/>
                <a:ea typeface="DejaVu Sans"/>
              </a:rPr>
              <a:t>Thank You</a:t>
            </a:r>
            <a:r>
              <a:rPr b="1" lang="en-US" sz="11500" spc="-1" strike="noStrike">
                <a:solidFill>
                  <a:srgbClr val="000000"/>
                </a:solidFill>
                <a:latin typeface="Britannic Bold"/>
                <a:ea typeface="DejaVu Sans"/>
              </a:rPr>
              <a:t>…</a:t>
            </a:r>
            <a:endParaRPr b="0" lang="en-US" sz="115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Neat_Office/6.2.8.2$Windows_x86 LibreOffice_project/</Application>
  <Words>5852</Words>
  <Paragraphs>208</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2024-11-04T10:05:00Z</dcterms:created>
  <dc:creator>User11</dc:creator>
  <dc:description/>
  <dc:language>en-US</dc:language>
  <cp:lastModifiedBy/>
  <dcterms:modified xsi:type="dcterms:W3CDTF">2025-11-01T11:42:37Z</dcterms:modified>
  <cp:revision>33</cp:revision>
  <dc:subject/>
  <dc:title>Dhole Patil Education Society’s Dhole Patil College of Engineering, Pune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14.0000</vt:lpwstr>
  </property>
  <property fmtid="{D5CDD505-2E9C-101B-9397-08002B2CF9AE}" pid="3" name="HiddenSlides">
    <vt:i4>0</vt:i4>
  </property>
  <property fmtid="{D5CDD505-2E9C-101B-9397-08002B2CF9AE}" pid="4" name="HyperlinksChanged">
    <vt:bool>0</vt:bool>
  </property>
  <property fmtid="{D5CDD505-2E9C-101B-9397-08002B2CF9AE}" pid="5" name="ICV">
    <vt:lpwstr>6BA557B7CFC243AAB7424EECF31B3E3A_13</vt:lpwstr>
  </property>
  <property fmtid="{D5CDD505-2E9C-101B-9397-08002B2CF9AE}" pid="6" name="KSOProductBuildVer">
    <vt:lpwstr>1033-12.2.0.23131</vt:lpwstr>
  </property>
  <property fmtid="{D5CDD505-2E9C-101B-9397-08002B2CF9AE}" pid="7" name="LinksUpToDate">
    <vt:bool>0</vt:bool>
  </property>
  <property fmtid="{D5CDD505-2E9C-101B-9397-08002B2CF9AE}" pid="8" name="MMClips">
    <vt:i4>0</vt:i4>
  </property>
  <property fmtid="{D5CDD505-2E9C-101B-9397-08002B2CF9AE}" pid="9" name="Notes">
    <vt:i4>4</vt:i4>
  </property>
  <property fmtid="{D5CDD505-2E9C-101B-9397-08002B2CF9AE}" pid="10" name="PresentationFormat">
    <vt:lpwstr>Widescreen</vt:lpwstr>
  </property>
  <property fmtid="{D5CDD505-2E9C-101B-9397-08002B2CF9AE}" pid="11" name="ScaleCrop">
    <vt:bool>0</vt:bool>
  </property>
  <property fmtid="{D5CDD505-2E9C-101B-9397-08002B2CF9AE}" pid="12" name="ShareDoc">
    <vt:bool>0</vt:bool>
  </property>
  <property fmtid="{D5CDD505-2E9C-101B-9397-08002B2CF9AE}" pid="13" name="Slides">
    <vt:i4>15</vt:i4>
  </property>
</Properties>
</file>